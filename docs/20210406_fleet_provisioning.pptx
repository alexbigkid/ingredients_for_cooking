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wdp" ContentType="image/vnd.ms-photo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77" r:id="rId1"/>
  </p:sldMasterIdLst>
  <p:notesMasterIdLst>
    <p:notesMasterId r:id="rId10"/>
  </p:notesMasterIdLst>
  <p:sldIdLst>
    <p:sldId id="350" r:id="rId2"/>
    <p:sldId id="351" r:id="rId3"/>
    <p:sldId id="352" r:id="rId4"/>
    <p:sldId id="353" r:id="rId5"/>
    <p:sldId id="354" r:id="rId6"/>
    <p:sldId id="355" r:id="rId7"/>
    <p:sldId id="356" r:id="rId8"/>
    <p:sldId id="357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EE5A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8" autoAdjust="0"/>
    <p:restoredTop sz="94671" autoAdjust="0"/>
  </p:normalViewPr>
  <p:slideViewPr>
    <p:cSldViewPr snapToGrid="0" snapToObjects="1">
      <p:cViewPr>
        <p:scale>
          <a:sx n="125" d="100"/>
          <a:sy n="125" d="100"/>
        </p:scale>
        <p:origin x="248" y="20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9FF550FD-5939-AA48-ACB8-945F291EF231}" type="datetimeFigureOut">
              <a:rPr lang="en-US" smtClean="0"/>
              <a:t>4/4/21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12FC930-91B0-3B45-B026-DD3B51FD370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78775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28020" y="1769541"/>
            <a:ext cx="7080026" cy="1828801"/>
          </a:xfrm>
        </p:spPr>
        <p:txBody>
          <a:bodyPr anchor="b">
            <a:normAutofit/>
          </a:bodyPr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028020" y="3598339"/>
            <a:ext cx="7080026" cy="1049867"/>
          </a:xfrm>
        </p:spPr>
        <p:txBody>
          <a:bodyPr anchor="t"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4/4/21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94E285-444D-4C0C-8BFA-BDB311F86A9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70028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4/4/21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7565914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71551" y="1761068"/>
            <a:ext cx="7192913" cy="1828813"/>
          </a:xfrm>
        </p:spPr>
        <p:txBody>
          <a:bodyPr anchor="b"/>
          <a:lstStyle>
            <a:lvl1pPr algn="ct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1551" y="3589879"/>
            <a:ext cx="7192913" cy="1507054"/>
          </a:xfrm>
        </p:spPr>
        <p:txBody>
          <a:bodyPr anchor="t"/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4/4/21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283171651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347" y="1732449"/>
            <a:ext cx="3795373" cy="4058750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52169" y="1732450"/>
            <a:ext cx="3798499" cy="4058751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4/4/21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950272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345" y="1770323"/>
            <a:ext cx="3787423" cy="4112953"/>
          </a:xfrm>
          <a:prstGeom prst="rect">
            <a:avLst/>
          </a:prstGeom>
        </p:spPr>
      </p:pic>
      <p:pic>
        <p:nvPicPr>
          <p:cNvPr id="14" name="Picture 13" descr="Slate-V2-SD-comp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63245" y="1770323"/>
            <a:ext cx="3787423" cy="4112953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404" y="1835254"/>
            <a:ext cx="3657258" cy="544884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404" y="2380138"/>
            <a:ext cx="365725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21225" y="1835255"/>
            <a:ext cx="3671498" cy="544883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21225" y="2380138"/>
            <a:ext cx="3671498" cy="3411063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4/4/21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294005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4/4/21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045308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4/4/21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5629515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600"/>
            <a:ext cx="2780167" cy="182191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641725" y="609600"/>
            <a:ext cx="4808943" cy="5181600"/>
          </a:xfrm>
        </p:spPr>
        <p:txBody>
          <a:bodyPr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1518"/>
            <a:ext cx="2780167" cy="3359681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4/4/21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29E33-B620-47F9-BB04-8846C2A5AFCC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0816920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Picture 11" descr="Slate-V2-SD-vert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44987" y="609923"/>
            <a:ext cx="3428146" cy="5205472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7" y="609923"/>
            <a:ext cx="3924676" cy="1829338"/>
          </a:xfrm>
        </p:spPr>
        <p:txBody>
          <a:bodyPr anchor="b">
            <a:noAutofit/>
          </a:bodyPr>
          <a:lstStyle>
            <a:lvl1pPr algn="ctr">
              <a:defRPr sz="32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976728" y="743989"/>
            <a:ext cx="3165375" cy="4912822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7" y="2439261"/>
            <a:ext cx="3924676" cy="3376134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4/4/21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15114866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Slate-V2-SD-pano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3995" y="540085"/>
            <a:ext cx="7656010" cy="383437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54" y="4565255"/>
            <a:ext cx="7766495" cy="543472"/>
          </a:xfrm>
        </p:spPr>
        <p:txBody>
          <a:bodyPr anchor="b">
            <a:normAutofit/>
          </a:bodyPr>
          <a:lstStyle>
            <a:lvl1pPr algn="ctr">
              <a:defRPr sz="2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26217" y="695010"/>
            <a:ext cx="7285600" cy="3525671"/>
          </a:xfr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5108728"/>
            <a:ext cx="7765322" cy="682472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4/4/21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034598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608437"/>
            <a:ext cx="7765322" cy="353434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295180"/>
            <a:ext cx="7765322" cy="1501826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4/4/21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939284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609600"/>
            <a:ext cx="6977064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3"/>
            <a:ext cx="6564224" cy="532749"/>
          </a:xfrm>
        </p:spPr>
        <p:txBody>
          <a:bodyPr anchor="t">
            <a:normAutofit/>
          </a:bodyPr>
          <a:lstStyle>
            <a:lvl1pPr marL="0" indent="0" algn="r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4304353"/>
            <a:ext cx="7765322" cy="1489496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4/4/21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27459" y="873912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28359" y="2933245"/>
            <a:ext cx="4572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404738006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2126943"/>
            <a:ext cx="7765322" cy="2511835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9" y="4650556"/>
            <a:ext cx="776414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4/4/21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276939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46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4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5033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76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4929" y="1885950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4929" y="2571750"/>
            <a:ext cx="2475738" cy="3219450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4/4/21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3482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9239" y="1826045"/>
            <a:ext cx="2529046" cy="1833558"/>
          </a:xfrm>
          <a:prstGeom prst="rect">
            <a:avLst/>
          </a:prstGeom>
        </p:spPr>
      </p:pic>
      <p:pic>
        <p:nvPicPr>
          <p:cNvPr id="28" name="Picture 27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93813" y="1826045"/>
            <a:ext cx="2529046" cy="1833558"/>
          </a:xfrm>
          <a:prstGeom prst="rect">
            <a:avLst/>
          </a:prstGeom>
        </p:spPr>
      </p:pic>
      <p:pic>
        <p:nvPicPr>
          <p:cNvPr id="29" name="Picture 28" descr="Slate-V2-SD-3colPhotoInset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21715" y="1826045"/>
            <a:ext cx="2529046" cy="1833558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46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763577" y="1938918"/>
            <a:ext cx="2319276" cy="160295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46" y="4480369"/>
            <a:ext cx="2475738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91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409307" y="1939094"/>
            <a:ext cx="2319276" cy="160816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75" y="4480368"/>
            <a:ext cx="2476753" cy="1310833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5023" y="3904106"/>
            <a:ext cx="2475738" cy="576262"/>
          </a:xfrm>
        </p:spPr>
        <p:txBody>
          <a:bodyPr anchor="b">
            <a:noAutofit/>
          </a:bodyPr>
          <a:lstStyle>
            <a:lvl1pPr marL="0" indent="0" algn="ctr">
              <a:buNone/>
              <a:defRPr sz="20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6056774" y="1934432"/>
            <a:ext cx="2319276" cy="1607294"/>
          </a:xfrm>
          <a:prstGeom prst="roundRect">
            <a:avLst>
              <a:gd name="adj" fmla="val 1858"/>
            </a:avLst>
          </a:prstGeom>
          <a:effectLst>
            <a:outerShdw blurRad="38100" dist="25400" dir="4440000">
              <a:srgbClr val="000000">
                <a:alpha val="36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4929" y="4480366"/>
            <a:ext cx="2475738" cy="131083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4/4/21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795256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4/4/21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398762865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37302" y="609600"/>
            <a:ext cx="1713365" cy="5181601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347" y="609600"/>
            <a:ext cx="5937654" cy="5181601"/>
          </a:xfrm>
        </p:spPr>
        <p:txBody>
          <a:bodyPr vert="eaVert" anchor="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F9B8CD-342D-4579-98EC-A8FD6B7370E1}" type="datetimeFigureOut">
              <a:rPr lang="en-US" smtClean="0"/>
              <a:pPr/>
              <a:t>4/4/21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0"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BBB5E19-F10A-4C2F-BF6F-11C513378A2E}" type="slidenum">
              <a:rPr kumimoji="0" lang="en-US" smtClean="0"/>
              <a:pPr/>
              <a:t>‹#›</a:t>
            </a:fld>
            <a:endParaRPr kumimoji="0" lang="en-US"/>
          </a:p>
        </p:txBody>
      </p:sp>
    </p:spTree>
    <p:extLst>
      <p:ext uri="{BB962C8B-B14F-4D97-AF65-F5344CB8AC3E}">
        <p14:creationId xmlns:p14="http://schemas.microsoft.com/office/powerpoint/2010/main" val="7956972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46" y="609600"/>
            <a:ext cx="7765322" cy="970450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46" y="1732450"/>
            <a:ext cx="7765322" cy="4058751"/>
          </a:xfrm>
          <a:prstGeom prst="rect">
            <a:avLst/>
          </a:prstGeom>
          <a:effectLst>
            <a:outerShdw blurRad="25400" dir="17880000">
              <a:srgbClr val="000000">
                <a:alpha val="46000"/>
              </a:srgbClr>
            </a:outerShdw>
          </a:effectLst>
        </p:spPr>
        <p:txBody>
          <a:bodyPr vert="horz" lIns="91440" tIns="45720" rIns="91440" bIns="45720" rtlCol="0" anchor="t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2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algn="r" eaLnBrk="1" latinLnBrk="0" hangingPunct="1"/>
            <a:fld id="{E6F9B8CD-342D-4579-98EC-A8FD6B7370E1}" type="datetimeFigureOut">
              <a:rPr lang="en-US" smtClean="0"/>
              <a:pPr algn="r" eaLnBrk="1" latinLnBrk="0" hangingPunct="1"/>
              <a:t>4/4/21</a:t>
            </a:fld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47" y="5883276"/>
            <a:ext cx="500464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algn="l" eaLnBrk="1" latinLnBrk="0" hangingPunct="1"/>
            <a:endParaRPr kumimoji="0" lang="en-US" dirty="0">
              <a:solidFill>
                <a:schemeClr val="tx2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6515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lumMod val="95000"/>
                  </a:schemeClr>
                </a:solidFill>
                <a:effectLst>
                  <a:outerShdw blurRad="50800" dist="38100" dir="2700000" algn="tl" rotWithShape="0">
                    <a:schemeClr val="bg1">
                      <a:alpha val="43000"/>
                    </a:schemeClr>
                  </a:outerShdw>
                </a:effectLst>
              </a:defRPr>
            </a:lvl1pPr>
          </a:lstStyle>
          <a:p>
            <a:pPr algn="ctr" eaLnBrk="1" latinLnBrk="0" hangingPunct="1"/>
            <a:fld id="{2BBB5E19-F10A-4C2F-BF6F-11C513378A2E}" type="slidenum">
              <a:rPr kumimoji="0" lang="en-US" smtClean="0"/>
              <a:pPr algn="ctr" eaLnBrk="1" latinLnBrk="0" hangingPunct="1"/>
              <a:t>‹#›</a:t>
            </a:fld>
            <a:endParaRPr kumimoji="0" lang="en-US" sz="1400" b="1" dirty="0">
              <a:solidFill>
                <a:srgbClr val="FFFF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6512776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978" r:id="rId1"/>
    <p:sldLayoutId id="2147483979" r:id="rId2"/>
    <p:sldLayoutId id="2147483980" r:id="rId3"/>
    <p:sldLayoutId id="2147483981" r:id="rId4"/>
    <p:sldLayoutId id="2147483982" r:id="rId5"/>
    <p:sldLayoutId id="2147483983" r:id="rId6"/>
    <p:sldLayoutId id="2147483984" r:id="rId7"/>
    <p:sldLayoutId id="2147483985" r:id="rId8"/>
    <p:sldLayoutId id="2147483986" r:id="rId9"/>
    <p:sldLayoutId id="2147483987" r:id="rId10"/>
    <p:sldLayoutId id="2147483988" r:id="rId11"/>
    <p:sldLayoutId id="2147483989" r:id="rId12"/>
    <p:sldLayoutId id="2147483990" r:id="rId13"/>
    <p:sldLayoutId id="2147483991" r:id="rId14"/>
    <p:sldLayoutId id="2147483992" r:id="rId15"/>
    <p:sldLayoutId id="2147483993" r:id="rId16"/>
    <p:sldLayoutId id="2147483994" r:id="rId17"/>
  </p:sldLayoutIdLst>
  <mc:AlternateContent xmlns:mc="http://schemas.openxmlformats.org/markup-compatibility/2006" xmlns:p14="http://schemas.microsoft.com/office/powerpoint/2010/main">
    <mc:Choice Requires="p14">
      <p:transition p14:dur="100" advClick="0" advTm="30000">
        <p:cut/>
      </p:transition>
    </mc:Choice>
    <mc:Fallback xmlns="">
      <p:transition advClick="0" advTm="30000">
        <p:cut/>
      </p:transition>
    </mc:Fallback>
  </mc:AlternateContent>
  <p:txStyles>
    <p:titleStyle>
      <a:lvl1pPr algn="ctr" defTabSz="457200" rtl="0" eaLnBrk="1" latinLnBrk="0" hangingPunct="1">
        <a:spcBef>
          <a:spcPct val="0"/>
        </a:spcBef>
        <a:buNone/>
        <a:defRPr sz="4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j-lt"/>
          <a:ea typeface="+mj-ea"/>
          <a:cs typeface="Trebuchet M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20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1pPr>
      <a:lvl2pPr marL="72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8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2pPr>
      <a:lvl3pPr marL="102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6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3pPr>
      <a:lvl4pPr marL="1386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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4pPr>
      <a:lvl5pPr marL="1674000" indent="-2160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5pPr>
      <a:lvl6pPr marL="20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6pPr>
      <a:lvl7pPr marL="240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7pPr>
      <a:lvl8pPr marL="278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8pPr>
      <a:lvl9pPr marL="310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2"/>
        </a:buClr>
        <a:buSzPct val="70000"/>
        <a:buFont typeface="Wingdings 2" charset="2"/>
        <a:buChar char=""/>
        <a:defRPr sz="1400" kern="1200">
          <a:ln>
            <a:solidFill>
              <a:schemeClr val="bg1">
                <a:lumMod val="75000"/>
                <a:lumOff val="25000"/>
                <a:alpha val="10000"/>
              </a:schemeClr>
            </a:solidFill>
          </a:ln>
          <a:solidFill>
            <a:schemeClr val="tx2"/>
          </a:solidFill>
          <a:effectLst>
            <a:outerShdw blurRad="9525" dist="25400" dir="14640000" algn="tl" rotWithShape="0">
              <a:schemeClr val="bg1">
                <a:alpha val="30000"/>
              </a:schemeClr>
            </a:outerShdw>
          </a:effectLst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svg"/><Relationship Id="rId13" Type="http://schemas.openxmlformats.org/officeDocument/2006/relationships/image" Target="../media/image16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5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svg"/><Relationship Id="rId11" Type="http://schemas.openxmlformats.org/officeDocument/2006/relationships/image" Target="../media/image14.png"/><Relationship Id="rId5" Type="http://schemas.openxmlformats.org/officeDocument/2006/relationships/image" Target="../media/image9.png"/><Relationship Id="rId10" Type="http://schemas.microsoft.com/office/2007/relationships/hdphoto" Target="../media/hdphoto1.wdp"/><Relationship Id="rId4" Type="http://schemas.openxmlformats.org/officeDocument/2006/relationships/image" Target="../media/image8.svg"/><Relationship Id="rId9" Type="http://schemas.openxmlformats.org/officeDocument/2006/relationships/image" Target="../media/image13.png"/><Relationship Id="rId14" Type="http://schemas.openxmlformats.org/officeDocument/2006/relationships/image" Target="../media/image17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2.svg"/><Relationship Id="rId18" Type="http://schemas.openxmlformats.org/officeDocument/2006/relationships/image" Target="../media/image27.png"/><Relationship Id="rId3" Type="http://schemas.openxmlformats.org/officeDocument/2006/relationships/image" Target="../media/image19.svg"/><Relationship Id="rId7" Type="http://schemas.openxmlformats.org/officeDocument/2006/relationships/image" Target="../media/image8.svg"/><Relationship Id="rId12" Type="http://schemas.openxmlformats.org/officeDocument/2006/relationships/image" Target="../media/image21.png"/><Relationship Id="rId17" Type="http://schemas.openxmlformats.org/officeDocument/2006/relationships/image" Target="../media/image26.svg"/><Relationship Id="rId2" Type="http://schemas.openxmlformats.org/officeDocument/2006/relationships/image" Target="../media/image18.png"/><Relationship Id="rId16" Type="http://schemas.openxmlformats.org/officeDocument/2006/relationships/image" Target="../media/image2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.png"/><Relationship Id="rId11" Type="http://schemas.microsoft.com/office/2007/relationships/hdphoto" Target="../media/hdphoto2.wdp"/><Relationship Id="rId5" Type="http://schemas.openxmlformats.org/officeDocument/2006/relationships/image" Target="../media/image12.svg"/><Relationship Id="rId15" Type="http://schemas.openxmlformats.org/officeDocument/2006/relationships/image" Target="../media/image24.svg"/><Relationship Id="rId10" Type="http://schemas.openxmlformats.org/officeDocument/2006/relationships/image" Target="../media/image20.png"/><Relationship Id="rId19" Type="http://schemas.openxmlformats.org/officeDocument/2006/relationships/image" Target="../media/image28.svg"/><Relationship Id="rId4" Type="http://schemas.openxmlformats.org/officeDocument/2006/relationships/image" Target="../media/image11.png"/><Relationship Id="rId9" Type="http://schemas.openxmlformats.org/officeDocument/2006/relationships/image" Target="../media/image15.svg"/><Relationship Id="rId14" Type="http://schemas.openxmlformats.org/officeDocument/2006/relationships/image" Target="../media/image23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.png"/><Relationship Id="rId13" Type="http://schemas.openxmlformats.org/officeDocument/2006/relationships/image" Target="../media/image28.svg"/><Relationship Id="rId3" Type="http://schemas.openxmlformats.org/officeDocument/2006/relationships/image" Target="../media/image19.svg"/><Relationship Id="rId7" Type="http://schemas.openxmlformats.org/officeDocument/2006/relationships/image" Target="../media/image22.svg"/><Relationship Id="rId12" Type="http://schemas.openxmlformats.org/officeDocument/2006/relationships/image" Target="../media/image27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1.png"/><Relationship Id="rId11" Type="http://schemas.openxmlformats.org/officeDocument/2006/relationships/image" Target="../media/image26.svg"/><Relationship Id="rId5" Type="http://schemas.microsoft.com/office/2007/relationships/hdphoto" Target="../media/hdphoto2.wdp"/><Relationship Id="rId10" Type="http://schemas.openxmlformats.org/officeDocument/2006/relationships/image" Target="../media/image25.png"/><Relationship Id="rId4" Type="http://schemas.openxmlformats.org/officeDocument/2006/relationships/image" Target="../media/image20.png"/><Relationship Id="rId9" Type="http://schemas.openxmlformats.org/officeDocument/2006/relationships/image" Target="../media/image1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9.png"/><Relationship Id="rId13" Type="http://schemas.openxmlformats.org/officeDocument/2006/relationships/image" Target="../media/image33.png"/><Relationship Id="rId18" Type="http://schemas.openxmlformats.org/officeDocument/2006/relationships/image" Target="../media/image38.svg"/><Relationship Id="rId3" Type="http://schemas.microsoft.com/office/2007/relationships/hdphoto" Target="../media/hdphoto3.wdp"/><Relationship Id="rId21" Type="http://schemas.openxmlformats.org/officeDocument/2006/relationships/image" Target="../media/image11.png"/><Relationship Id="rId7" Type="http://schemas.openxmlformats.org/officeDocument/2006/relationships/image" Target="../media/image30.svg"/><Relationship Id="rId12" Type="http://schemas.openxmlformats.org/officeDocument/2006/relationships/image" Target="../media/image16.png"/><Relationship Id="rId17" Type="http://schemas.openxmlformats.org/officeDocument/2006/relationships/image" Target="../media/image37.png"/><Relationship Id="rId2" Type="http://schemas.openxmlformats.org/officeDocument/2006/relationships/image" Target="../media/image20.png"/><Relationship Id="rId16" Type="http://schemas.openxmlformats.org/officeDocument/2006/relationships/image" Target="../media/image36.svg"/><Relationship Id="rId20" Type="http://schemas.openxmlformats.org/officeDocument/2006/relationships/image" Target="../media/image40.sv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9.png"/><Relationship Id="rId11" Type="http://schemas.openxmlformats.org/officeDocument/2006/relationships/image" Target="../media/image32.svg"/><Relationship Id="rId5" Type="http://schemas.openxmlformats.org/officeDocument/2006/relationships/image" Target="../media/image15.svg"/><Relationship Id="rId15" Type="http://schemas.openxmlformats.org/officeDocument/2006/relationships/image" Target="../media/image35.png"/><Relationship Id="rId10" Type="http://schemas.openxmlformats.org/officeDocument/2006/relationships/image" Target="../media/image31.png"/><Relationship Id="rId19" Type="http://schemas.openxmlformats.org/officeDocument/2006/relationships/image" Target="../media/image39.png"/><Relationship Id="rId4" Type="http://schemas.openxmlformats.org/officeDocument/2006/relationships/image" Target="../media/image14.png"/><Relationship Id="rId9" Type="http://schemas.openxmlformats.org/officeDocument/2006/relationships/image" Target="../media/image10.svg"/><Relationship Id="rId14" Type="http://schemas.openxmlformats.org/officeDocument/2006/relationships/image" Target="../media/image34.svg"/><Relationship Id="rId22" Type="http://schemas.openxmlformats.org/officeDocument/2006/relationships/image" Target="../media/image12.svg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svg"/><Relationship Id="rId13" Type="http://schemas.openxmlformats.org/officeDocument/2006/relationships/image" Target="../media/image31.png"/><Relationship Id="rId18" Type="http://schemas.openxmlformats.org/officeDocument/2006/relationships/image" Target="../media/image36.svg"/><Relationship Id="rId26" Type="http://schemas.openxmlformats.org/officeDocument/2006/relationships/image" Target="../media/image45.svg"/><Relationship Id="rId3" Type="http://schemas.openxmlformats.org/officeDocument/2006/relationships/image" Target="../media/image42.png"/><Relationship Id="rId21" Type="http://schemas.openxmlformats.org/officeDocument/2006/relationships/image" Target="../media/image39.png"/><Relationship Id="rId7" Type="http://schemas.openxmlformats.org/officeDocument/2006/relationships/image" Target="../media/image14.png"/><Relationship Id="rId12" Type="http://schemas.openxmlformats.org/officeDocument/2006/relationships/image" Target="../media/image10.svg"/><Relationship Id="rId17" Type="http://schemas.openxmlformats.org/officeDocument/2006/relationships/image" Target="../media/image35.png"/><Relationship Id="rId25" Type="http://schemas.openxmlformats.org/officeDocument/2006/relationships/image" Target="../media/image44.png"/><Relationship Id="rId2" Type="http://schemas.openxmlformats.org/officeDocument/2006/relationships/hyperlink" Target="https://tavern.readthedocs.io/" TargetMode="External"/><Relationship Id="rId16" Type="http://schemas.openxmlformats.org/officeDocument/2006/relationships/image" Target="../media/image34.svg"/><Relationship Id="rId20" Type="http://schemas.openxmlformats.org/officeDocument/2006/relationships/image" Target="../media/image38.svg"/><Relationship Id="rId1" Type="http://schemas.openxmlformats.org/officeDocument/2006/relationships/slideLayout" Target="../slideLayouts/slideLayout1.xml"/><Relationship Id="rId6" Type="http://schemas.microsoft.com/office/2007/relationships/hdphoto" Target="../media/hdphoto4.wdp"/><Relationship Id="rId11" Type="http://schemas.openxmlformats.org/officeDocument/2006/relationships/image" Target="../media/image9.png"/><Relationship Id="rId24" Type="http://schemas.openxmlformats.org/officeDocument/2006/relationships/image" Target="../media/image12.svg"/><Relationship Id="rId5" Type="http://schemas.openxmlformats.org/officeDocument/2006/relationships/image" Target="../media/image20.png"/><Relationship Id="rId15" Type="http://schemas.openxmlformats.org/officeDocument/2006/relationships/image" Target="../media/image33.png"/><Relationship Id="rId23" Type="http://schemas.openxmlformats.org/officeDocument/2006/relationships/image" Target="../media/image11.png"/><Relationship Id="rId28" Type="http://schemas.openxmlformats.org/officeDocument/2006/relationships/image" Target="../media/image47.svg"/><Relationship Id="rId10" Type="http://schemas.openxmlformats.org/officeDocument/2006/relationships/image" Target="../media/image30.svg"/><Relationship Id="rId19" Type="http://schemas.openxmlformats.org/officeDocument/2006/relationships/image" Target="../media/image37.png"/><Relationship Id="rId4" Type="http://schemas.openxmlformats.org/officeDocument/2006/relationships/image" Target="../media/image43.svg"/><Relationship Id="rId9" Type="http://schemas.openxmlformats.org/officeDocument/2006/relationships/image" Target="../media/image29.png"/><Relationship Id="rId14" Type="http://schemas.openxmlformats.org/officeDocument/2006/relationships/image" Target="../media/image32.svg"/><Relationship Id="rId22" Type="http://schemas.openxmlformats.org/officeDocument/2006/relationships/image" Target="../media/image40.svg"/><Relationship Id="rId27" Type="http://schemas.openxmlformats.org/officeDocument/2006/relationships/image" Target="../media/image46.png"/></Relationships>
</file>

<file path=ppt/slides/_rels/slide8.xml.rels><?xml version="1.0" encoding="UTF-8" standalone="yes"?>
<Relationships xmlns="http://schemas.openxmlformats.org/package/2006/relationships"><Relationship Id="rId3" Type="http://schemas.microsoft.com/office/2007/relationships/hdphoto" Target="../media/hdphoto5.wdp"/><Relationship Id="rId2" Type="http://schemas.openxmlformats.org/officeDocument/2006/relationships/image" Target="../media/image48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9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7488" y="1452135"/>
            <a:ext cx="7392877" cy="678116"/>
          </a:xfrm>
        </p:spPr>
        <p:txBody>
          <a:bodyPr>
            <a:normAutofit fontScale="90000"/>
          </a:bodyPr>
          <a:lstStyle/>
          <a:p>
            <a:r>
              <a:rPr lang="en-US" sz="4400" b="1" dirty="0">
                <a:solidFill>
                  <a:srgbClr val="FF0000"/>
                </a:solidFill>
              </a:rPr>
              <a:t>AWS Fleet Provisioning</a:t>
            </a:r>
            <a:endParaRPr lang="en-US" sz="4400" b="1" dirty="0">
              <a:solidFill>
                <a:schemeClr val="bg2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3DF343E9-D1B0-4849-9EB0-1ABCB37241E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17488" y="3397372"/>
            <a:ext cx="7080026" cy="2237918"/>
          </a:xfrm>
        </p:spPr>
        <p:txBody>
          <a:bodyPr>
            <a:noAutofit/>
          </a:bodyPr>
          <a:lstStyle/>
          <a:p>
            <a:r>
              <a:rPr lang="en-US" sz="3600" dirty="0">
                <a:solidFill>
                  <a:srgbClr val="0070C0"/>
                </a:solidFill>
              </a:rPr>
              <a:t>Alex Berger</a:t>
            </a:r>
          </a:p>
          <a:p>
            <a:endParaRPr lang="en-US" sz="3600" dirty="0">
              <a:solidFill>
                <a:srgbClr val="FFC000"/>
              </a:solidFill>
            </a:endParaRPr>
          </a:p>
          <a:p>
            <a:r>
              <a:rPr lang="en-US" dirty="0">
                <a:solidFill>
                  <a:srgbClr val="00B050"/>
                </a:solidFill>
              </a:rPr>
              <a:t>2021-04-06</a:t>
            </a:r>
          </a:p>
        </p:txBody>
      </p:sp>
    </p:spTree>
    <p:extLst>
      <p:ext uri="{BB962C8B-B14F-4D97-AF65-F5344CB8AC3E}">
        <p14:creationId xmlns:p14="http://schemas.microsoft.com/office/powerpoint/2010/main" val="17598859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8000">
        <p:cut/>
      </p:transition>
    </mc:Choice>
    <mc:Fallback xmlns="">
      <p:transition advClick="0" advTm="8000">
        <p:cut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37101" y="437251"/>
            <a:ext cx="7392877" cy="67811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IoT devices connection to AWS</a:t>
            </a:r>
          </a:p>
        </p:txBody>
      </p:sp>
      <p:sp>
        <p:nvSpPr>
          <p:cNvPr id="3" name="Rounded Rectangle 2">
            <a:extLst>
              <a:ext uri="{FF2B5EF4-FFF2-40B4-BE49-F238E27FC236}">
                <a16:creationId xmlns:a16="http://schemas.microsoft.com/office/drawing/2014/main" id="{4FECD930-FFE6-8B4C-9AA4-A693269471BC}"/>
              </a:ext>
            </a:extLst>
          </p:cNvPr>
          <p:cNvSpPr/>
          <p:nvPr/>
        </p:nvSpPr>
        <p:spPr>
          <a:xfrm>
            <a:off x="837101" y="1356527"/>
            <a:ext cx="4076543" cy="4983983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39F05D7-9900-484D-B3F4-B54FD11C0BD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9709" b="89806" l="2030" r="98816">
                        <a14:foregroundMark x1="37225" y1="56311" x2="37225" y2="56311"/>
                        <a14:foregroundMark x1="48223" y1="44175" x2="48223" y2="44175"/>
                        <a14:foregroundMark x1="57868" y1="44660" x2="57868" y2="44660"/>
                        <a14:foregroundMark x1="84602" y1="50971" x2="84602" y2="50971"/>
                        <a14:foregroundMark x1="91709" y1="39806" x2="91709" y2="39806"/>
                        <a14:foregroundMark x1="73604" y1="48544" x2="73604" y2="485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367038" y="2199039"/>
            <a:ext cx="1640420" cy="572757"/>
          </a:xfrm>
          <a:prstGeom prst="rect">
            <a:avLst/>
          </a:prstGeom>
        </p:spPr>
      </p:pic>
      <p:grpSp>
        <p:nvGrpSpPr>
          <p:cNvPr id="19" name="Group 18">
            <a:extLst>
              <a:ext uri="{FF2B5EF4-FFF2-40B4-BE49-F238E27FC236}">
                <a16:creationId xmlns:a16="http://schemas.microsoft.com/office/drawing/2014/main" id="{29BDA8F2-0871-DE47-BFF7-BF6CEF5CC175}"/>
              </a:ext>
            </a:extLst>
          </p:cNvPr>
          <p:cNvGrpSpPr/>
          <p:nvPr/>
        </p:nvGrpSpPr>
        <p:grpSpPr>
          <a:xfrm>
            <a:off x="1801939" y="1518449"/>
            <a:ext cx="2783393" cy="1417098"/>
            <a:chOff x="1838848" y="1496924"/>
            <a:chExt cx="2783393" cy="1417098"/>
          </a:xfrm>
        </p:grpSpPr>
        <p:pic>
          <p:nvPicPr>
            <p:cNvPr id="6" name="Graphic 5">
              <a:extLst>
                <a:ext uri="{FF2B5EF4-FFF2-40B4-BE49-F238E27FC236}">
                  <a16:creationId xmlns:a16="http://schemas.microsoft.com/office/drawing/2014/main" id="{42BF5211-2579-C645-88EB-E9F9CF08C26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03784" y="1563949"/>
              <a:ext cx="563699" cy="650176"/>
            </a:xfrm>
            <a:prstGeom prst="rect">
              <a:avLst/>
            </a:prstGeom>
          </p:spPr>
        </p:pic>
        <p:sp>
          <p:nvSpPr>
            <p:cNvPr id="13" name="Rounded Rectangle 12">
              <a:extLst>
                <a:ext uri="{FF2B5EF4-FFF2-40B4-BE49-F238E27FC236}">
                  <a16:creationId xmlns:a16="http://schemas.microsoft.com/office/drawing/2014/main" id="{B6AD842A-E399-124F-90FC-698669611E7B}"/>
                </a:ext>
              </a:extLst>
            </p:cNvPr>
            <p:cNvSpPr/>
            <p:nvPr/>
          </p:nvSpPr>
          <p:spPr>
            <a:xfrm>
              <a:off x="1838848" y="1496924"/>
              <a:ext cx="2783393" cy="14170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6" name="Graphic 15">
              <a:extLst>
                <a:ext uri="{FF2B5EF4-FFF2-40B4-BE49-F238E27FC236}">
                  <a16:creationId xmlns:a16="http://schemas.microsoft.com/office/drawing/2014/main" id="{4E57639A-BD9C-7C48-8BD7-F89AA4214781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97045" y="2214125"/>
              <a:ext cx="410760" cy="539123"/>
            </a:xfrm>
            <a:prstGeom prst="rect">
              <a:avLst/>
            </a:prstGeom>
          </p:spPr>
        </p:pic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80975414-2197-3A44-A367-02EEF0CAB799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296022" y="1704730"/>
              <a:ext cx="800100" cy="800100"/>
            </a:xfrm>
            <a:prstGeom prst="rect">
              <a:avLst/>
            </a:prstGeom>
          </p:spPr>
        </p:pic>
      </p:grpSp>
      <p:grpSp>
        <p:nvGrpSpPr>
          <p:cNvPr id="20" name="Group 19">
            <a:extLst>
              <a:ext uri="{FF2B5EF4-FFF2-40B4-BE49-F238E27FC236}">
                <a16:creationId xmlns:a16="http://schemas.microsoft.com/office/drawing/2014/main" id="{5AEB76A2-B5D3-8D49-8AFC-3052E70BAD1C}"/>
              </a:ext>
            </a:extLst>
          </p:cNvPr>
          <p:cNvGrpSpPr/>
          <p:nvPr/>
        </p:nvGrpSpPr>
        <p:grpSpPr>
          <a:xfrm>
            <a:off x="1801939" y="3107031"/>
            <a:ext cx="2783393" cy="1417098"/>
            <a:chOff x="1838848" y="1496924"/>
            <a:chExt cx="2783393" cy="1417098"/>
          </a:xfrm>
        </p:grpSpPr>
        <p:pic>
          <p:nvPicPr>
            <p:cNvPr id="21" name="Graphic 20">
              <a:extLst>
                <a:ext uri="{FF2B5EF4-FFF2-40B4-BE49-F238E27FC236}">
                  <a16:creationId xmlns:a16="http://schemas.microsoft.com/office/drawing/2014/main" id="{11A67902-FAD1-0A4A-8C00-7C1081402150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03784" y="1563949"/>
              <a:ext cx="563699" cy="650176"/>
            </a:xfrm>
            <a:prstGeom prst="rect">
              <a:avLst/>
            </a:prstGeom>
          </p:spPr>
        </p:pic>
        <p:sp>
          <p:nvSpPr>
            <p:cNvPr id="22" name="Rounded Rectangle 21">
              <a:extLst>
                <a:ext uri="{FF2B5EF4-FFF2-40B4-BE49-F238E27FC236}">
                  <a16:creationId xmlns:a16="http://schemas.microsoft.com/office/drawing/2014/main" id="{3B5B4812-3000-1249-BE05-E3876A55A2BF}"/>
                </a:ext>
              </a:extLst>
            </p:cNvPr>
            <p:cNvSpPr/>
            <p:nvPr/>
          </p:nvSpPr>
          <p:spPr>
            <a:xfrm>
              <a:off x="1838848" y="1496924"/>
              <a:ext cx="2783393" cy="14170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3" name="Graphic 22">
              <a:extLst>
                <a:ext uri="{FF2B5EF4-FFF2-40B4-BE49-F238E27FC236}">
                  <a16:creationId xmlns:a16="http://schemas.microsoft.com/office/drawing/2014/main" id="{6B0C977B-9D56-7F41-B28D-2096C7E327BD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97045" y="2214125"/>
              <a:ext cx="410760" cy="539123"/>
            </a:xfrm>
            <a:prstGeom prst="rect">
              <a:avLst/>
            </a:prstGeom>
          </p:spPr>
        </p:pic>
        <p:pic>
          <p:nvPicPr>
            <p:cNvPr id="24" name="Graphic 23">
              <a:extLst>
                <a:ext uri="{FF2B5EF4-FFF2-40B4-BE49-F238E27FC236}">
                  <a16:creationId xmlns:a16="http://schemas.microsoft.com/office/drawing/2014/main" id="{0D482CD4-138D-C244-84F1-D50C8B98C248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296022" y="1704730"/>
              <a:ext cx="800100" cy="800100"/>
            </a:xfrm>
            <a:prstGeom prst="rect">
              <a:avLst/>
            </a:prstGeom>
          </p:spPr>
        </p:pic>
      </p:grpSp>
      <p:grpSp>
        <p:nvGrpSpPr>
          <p:cNvPr id="25" name="Group 24">
            <a:extLst>
              <a:ext uri="{FF2B5EF4-FFF2-40B4-BE49-F238E27FC236}">
                <a16:creationId xmlns:a16="http://schemas.microsoft.com/office/drawing/2014/main" id="{5C0F55CE-F54B-E743-A9F1-579DDF663DC9}"/>
              </a:ext>
            </a:extLst>
          </p:cNvPr>
          <p:cNvGrpSpPr/>
          <p:nvPr/>
        </p:nvGrpSpPr>
        <p:grpSpPr>
          <a:xfrm>
            <a:off x="1750146" y="4684903"/>
            <a:ext cx="2783393" cy="1417098"/>
            <a:chOff x="1838848" y="1496924"/>
            <a:chExt cx="2783393" cy="1417098"/>
          </a:xfrm>
        </p:grpSpPr>
        <p:pic>
          <p:nvPicPr>
            <p:cNvPr id="26" name="Graphic 25">
              <a:extLst>
                <a:ext uri="{FF2B5EF4-FFF2-40B4-BE49-F238E27FC236}">
                  <a16:creationId xmlns:a16="http://schemas.microsoft.com/office/drawing/2014/main" id="{94E13010-6645-A34C-A042-30385FC48503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3903784" y="1563949"/>
              <a:ext cx="563699" cy="650176"/>
            </a:xfrm>
            <a:prstGeom prst="rect">
              <a:avLst/>
            </a:prstGeom>
          </p:spPr>
        </p:pic>
        <p:sp>
          <p:nvSpPr>
            <p:cNvPr id="27" name="Rounded Rectangle 26">
              <a:extLst>
                <a:ext uri="{FF2B5EF4-FFF2-40B4-BE49-F238E27FC236}">
                  <a16:creationId xmlns:a16="http://schemas.microsoft.com/office/drawing/2014/main" id="{A69AC16B-F4AF-5C4E-98A3-41EDDBA61C4F}"/>
                </a:ext>
              </a:extLst>
            </p:cNvPr>
            <p:cNvSpPr/>
            <p:nvPr/>
          </p:nvSpPr>
          <p:spPr>
            <a:xfrm>
              <a:off x="1838848" y="1496924"/>
              <a:ext cx="2783393" cy="14170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28" name="Graphic 27">
              <a:extLst>
                <a:ext uri="{FF2B5EF4-FFF2-40B4-BE49-F238E27FC236}">
                  <a16:creationId xmlns:a16="http://schemas.microsoft.com/office/drawing/2014/main" id="{E1CE6688-A426-4242-961F-6003FFD40728}"/>
                </a:ext>
              </a:extLst>
            </p:cNvPr>
            <p:cNvPicPr>
              <a:picLocks noChangeAspect="1"/>
            </p:cNvPicPr>
            <p:nvPr/>
          </p:nvPicPr>
          <p:blipFill>
            <a:blip r:embed="rId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p:blipFill>
          <p:spPr>
            <a:xfrm>
              <a:off x="3997045" y="2214125"/>
              <a:ext cx="410760" cy="539123"/>
            </a:xfrm>
            <a:prstGeom prst="rect">
              <a:avLst/>
            </a:prstGeom>
          </p:spPr>
        </p:pic>
        <p:pic>
          <p:nvPicPr>
            <p:cNvPr id="29" name="Graphic 28">
              <a:extLst>
                <a:ext uri="{FF2B5EF4-FFF2-40B4-BE49-F238E27FC236}">
                  <a16:creationId xmlns:a16="http://schemas.microsoft.com/office/drawing/2014/main" id="{7D8EC549-B5AA-8A44-A1D3-89638DB31CC5}"/>
                </a:ext>
              </a:extLst>
            </p:cNvPr>
            <p:cNvPicPr>
              <a:picLocks noChangeAspect="1"/>
            </p:cNvPicPr>
            <p:nvPr/>
          </p:nvPicPr>
          <p:blipFill>
            <a:blip r:embed="rId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>
              <a:off x="2296022" y="1704730"/>
              <a:ext cx="800100" cy="800100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F52DE284-BFA5-2847-9589-AF469BD2BAFC}"/>
              </a:ext>
            </a:extLst>
          </p:cNvPr>
          <p:cNvGrpSpPr/>
          <p:nvPr/>
        </p:nvGrpSpPr>
        <p:grpSpPr>
          <a:xfrm>
            <a:off x="6643700" y="1468644"/>
            <a:ext cx="2011607" cy="1516708"/>
            <a:chOff x="6650268" y="1350542"/>
            <a:chExt cx="2011607" cy="1516708"/>
          </a:xfrm>
        </p:grpSpPr>
        <p:pic>
          <p:nvPicPr>
            <p:cNvPr id="10" name="Picture 9">
              <a:extLst>
                <a:ext uri="{FF2B5EF4-FFF2-40B4-BE49-F238E27FC236}">
                  <a16:creationId xmlns:a16="http://schemas.microsoft.com/office/drawing/2014/main" id="{014F3D04-0335-8645-9981-3BB709E1FA8F}"/>
                </a:ext>
              </a:extLst>
            </p:cNvPr>
            <p:cNvPicPr>
              <a:picLocks noChangeAspect="1"/>
            </p:cNvPicPr>
            <p:nvPr/>
          </p:nvPicPr>
          <p:blipFill>
            <a:blip r:embed="rId9">
              <a:extLst>
                <a:ext uri="{BEBA8EAE-BF5A-486C-A8C5-ECC9F3942E4B}">
                  <a14:imgProps xmlns:a14="http://schemas.microsoft.com/office/drawing/2010/main">
                    <a14:imgLayer r:embed="rId10">
                      <a14:imgEffect>
                        <a14:backgroundRemoval t="1200" b="100000" l="0" r="99800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713270" y="1350542"/>
              <a:ext cx="1516708" cy="1516708"/>
            </a:xfrm>
            <a:prstGeom prst="rect">
              <a:avLst/>
            </a:prstGeom>
          </p:spPr>
        </p:pic>
        <p:pic>
          <p:nvPicPr>
            <p:cNvPr id="31" name="Graphic 30">
              <a:extLst>
                <a:ext uri="{FF2B5EF4-FFF2-40B4-BE49-F238E27FC236}">
                  <a16:creationId xmlns:a16="http://schemas.microsoft.com/office/drawing/2014/main" id="{6B136927-093B-FF47-9310-08EBC4AA698E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961825" y="2258202"/>
              <a:ext cx="536305" cy="536305"/>
            </a:xfrm>
            <a:prstGeom prst="rect">
              <a:avLst/>
            </a:prstGeom>
          </p:spPr>
        </p:pic>
        <p:sp>
          <p:nvSpPr>
            <p:cNvPr id="36" name="Rounded Rectangle 35">
              <a:extLst>
                <a:ext uri="{FF2B5EF4-FFF2-40B4-BE49-F238E27FC236}">
                  <a16:creationId xmlns:a16="http://schemas.microsoft.com/office/drawing/2014/main" id="{DDC49D52-56F5-DF44-AEED-151FCAFCAD90}"/>
                </a:ext>
              </a:extLst>
            </p:cNvPr>
            <p:cNvSpPr/>
            <p:nvPr/>
          </p:nvSpPr>
          <p:spPr>
            <a:xfrm>
              <a:off x="6650268" y="1400347"/>
              <a:ext cx="2011607" cy="14170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9FF9FC72-77E6-9947-A8B4-70024212F4B4}"/>
              </a:ext>
            </a:extLst>
          </p:cNvPr>
          <p:cNvGrpSpPr/>
          <p:nvPr/>
        </p:nvGrpSpPr>
        <p:grpSpPr>
          <a:xfrm>
            <a:off x="6690250" y="3093762"/>
            <a:ext cx="2005833" cy="1417098"/>
            <a:chOff x="6650268" y="3120392"/>
            <a:chExt cx="2005833" cy="1417098"/>
          </a:xfrm>
        </p:grpSpPr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527DDEB5-7A36-6D45-A513-FF105FA469CC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BEBA8EAE-BF5A-486C-A8C5-ECC9F3942E4B}">
                  <a14:imgProps xmlns:a14="http://schemas.microsoft.com/office/drawing/2010/main">
                    <a14:imgLayer>
                      <a14:imgEffect>
                        <a14:backgroundRemoval t="0" b="100000" l="0" r="100000">
                          <a14:foregroundMark x1="12556" y1="33400" x2="12000" y2="42800"/>
                        </a14:backgroundRemoval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827096" y="3220026"/>
              <a:ext cx="1652176" cy="917875"/>
            </a:xfrm>
            <a:prstGeom prst="rect">
              <a:avLst/>
            </a:prstGeom>
          </p:spPr>
        </p:pic>
        <p:pic>
          <p:nvPicPr>
            <p:cNvPr id="32" name="Graphic 31">
              <a:extLst>
                <a:ext uri="{FF2B5EF4-FFF2-40B4-BE49-F238E27FC236}">
                  <a16:creationId xmlns:a16="http://schemas.microsoft.com/office/drawing/2014/main" id="{6F7EEC8D-7ACF-9843-8D84-553C59ABF9C8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53184" y="3993507"/>
              <a:ext cx="536305" cy="536305"/>
            </a:xfrm>
            <a:prstGeom prst="rect">
              <a:avLst/>
            </a:prstGeom>
          </p:spPr>
        </p:pic>
        <p:sp>
          <p:nvSpPr>
            <p:cNvPr id="39" name="Rounded Rectangle 38">
              <a:extLst>
                <a:ext uri="{FF2B5EF4-FFF2-40B4-BE49-F238E27FC236}">
                  <a16:creationId xmlns:a16="http://schemas.microsoft.com/office/drawing/2014/main" id="{061A522F-3CC7-5D4A-B9CC-C6B4A43BACDA}"/>
                </a:ext>
              </a:extLst>
            </p:cNvPr>
            <p:cNvSpPr/>
            <p:nvPr/>
          </p:nvSpPr>
          <p:spPr>
            <a:xfrm>
              <a:off x="6650268" y="3120392"/>
              <a:ext cx="2005833" cy="14170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44" name="Group 43">
            <a:extLst>
              <a:ext uri="{FF2B5EF4-FFF2-40B4-BE49-F238E27FC236}">
                <a16:creationId xmlns:a16="http://schemas.microsoft.com/office/drawing/2014/main" id="{B079D148-5998-104E-8925-A3DE30472F15}"/>
              </a:ext>
            </a:extLst>
          </p:cNvPr>
          <p:cNvGrpSpPr/>
          <p:nvPr/>
        </p:nvGrpSpPr>
        <p:grpSpPr>
          <a:xfrm>
            <a:off x="6650268" y="4334354"/>
            <a:ext cx="2250937" cy="1789547"/>
            <a:chOff x="6650268" y="4332073"/>
            <a:chExt cx="2250937" cy="1789547"/>
          </a:xfrm>
        </p:grpSpPr>
        <p:pic>
          <p:nvPicPr>
            <p:cNvPr id="14" name="Picture 13">
              <a:extLst>
                <a:ext uri="{FF2B5EF4-FFF2-40B4-BE49-F238E27FC236}">
                  <a16:creationId xmlns:a16="http://schemas.microsoft.com/office/drawing/2014/main" id="{90CC240E-33B1-4949-8CE1-6E95DCF4302B}"/>
                </a:ext>
              </a:extLst>
            </p:cNvPr>
            <p:cNvPicPr>
              <a:picLocks noChangeAspect="1"/>
            </p:cNvPicPr>
            <p:nvPr/>
          </p:nvPicPr>
          <p:blipFill>
            <a:blip r:embed="rId1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6688821" y="4332073"/>
              <a:ext cx="2212384" cy="1659288"/>
            </a:xfrm>
            <a:prstGeom prst="rect">
              <a:avLst/>
            </a:prstGeom>
          </p:spPr>
        </p:pic>
        <p:pic>
          <p:nvPicPr>
            <p:cNvPr id="33" name="Graphic 32">
              <a:extLst>
                <a:ext uri="{FF2B5EF4-FFF2-40B4-BE49-F238E27FC236}">
                  <a16:creationId xmlns:a16="http://schemas.microsoft.com/office/drawing/2014/main" id="{9462117E-AC04-6640-9D79-52B3C84ED3F3}"/>
                </a:ext>
              </a:extLst>
            </p:cNvPr>
            <p:cNvPicPr>
              <a:picLocks noChangeAspect="1"/>
            </p:cNvPicPr>
            <p:nvPr/>
          </p:nvPicPr>
          <p:blipFill>
            <a:blip r:embed="rId11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p:blipFill>
          <p:spPr>
            <a:xfrm>
              <a:off x="7653184" y="5585315"/>
              <a:ext cx="536305" cy="536305"/>
            </a:xfrm>
            <a:prstGeom prst="rect">
              <a:avLst/>
            </a:prstGeom>
          </p:spPr>
        </p:pic>
        <p:sp>
          <p:nvSpPr>
            <p:cNvPr id="40" name="Rounded Rectangle 39">
              <a:extLst>
                <a:ext uri="{FF2B5EF4-FFF2-40B4-BE49-F238E27FC236}">
                  <a16:creationId xmlns:a16="http://schemas.microsoft.com/office/drawing/2014/main" id="{D8C3FA59-C2BD-DE46-B101-ACF630553B30}"/>
                </a:ext>
              </a:extLst>
            </p:cNvPr>
            <p:cNvSpPr/>
            <p:nvPr/>
          </p:nvSpPr>
          <p:spPr>
            <a:xfrm>
              <a:off x="6650268" y="4695613"/>
              <a:ext cx="2014789" cy="1417098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DDB758AD-8CF1-FA4D-B65B-42D6C43AC569}"/>
              </a:ext>
            </a:extLst>
          </p:cNvPr>
          <p:cNvCxnSpPr>
            <a:cxnSpLocks/>
            <a:stCxn id="13" idx="3"/>
            <a:endCxn id="36" idx="1"/>
          </p:cNvCxnSpPr>
          <p:nvPr/>
        </p:nvCxnSpPr>
        <p:spPr>
          <a:xfrm>
            <a:off x="4585332" y="2226998"/>
            <a:ext cx="2058368" cy="0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Straight Arrow Connector 49">
            <a:extLst>
              <a:ext uri="{FF2B5EF4-FFF2-40B4-BE49-F238E27FC236}">
                <a16:creationId xmlns:a16="http://schemas.microsoft.com/office/drawing/2014/main" id="{24700ABD-D138-6B40-B528-64761CA371C4}"/>
              </a:ext>
            </a:extLst>
          </p:cNvPr>
          <p:cNvCxnSpPr>
            <a:cxnSpLocks/>
            <a:stCxn id="22" idx="3"/>
            <a:endCxn id="39" idx="1"/>
          </p:cNvCxnSpPr>
          <p:nvPr/>
        </p:nvCxnSpPr>
        <p:spPr>
          <a:xfrm flipV="1">
            <a:off x="4585332" y="3802311"/>
            <a:ext cx="2104918" cy="13269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>
            <a:extLst>
              <a:ext uri="{FF2B5EF4-FFF2-40B4-BE49-F238E27FC236}">
                <a16:creationId xmlns:a16="http://schemas.microsoft.com/office/drawing/2014/main" id="{F1DAE303-470A-AE4D-9609-E0E942ECA910}"/>
              </a:ext>
            </a:extLst>
          </p:cNvPr>
          <p:cNvCxnSpPr>
            <a:cxnSpLocks/>
            <a:stCxn id="27" idx="3"/>
            <a:endCxn id="40" idx="1"/>
          </p:cNvCxnSpPr>
          <p:nvPr/>
        </p:nvCxnSpPr>
        <p:spPr>
          <a:xfrm>
            <a:off x="4533539" y="5393452"/>
            <a:ext cx="2116729" cy="12991"/>
          </a:xfrm>
          <a:prstGeom prst="straightConnector1">
            <a:avLst/>
          </a:prstGeom>
          <a:ln w="5080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20036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8000">
        <p:cut/>
      </p:transition>
    </mc:Choice>
    <mc:Fallback xmlns="">
      <p:transition advClick="0" advTm="8000">
        <p:cut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718"/>
            <a:ext cx="9143999" cy="67811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Conventional device provisioning process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CA841BE-D7A7-CD4B-A32C-04E95CD7C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31362" y="1980739"/>
            <a:ext cx="1041400" cy="105410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7215F21-52F3-6E4C-9433-9ECE0CBF5E1B}"/>
              </a:ext>
            </a:extLst>
          </p:cNvPr>
          <p:cNvCxnSpPr>
            <a:cxnSpLocks/>
          </p:cNvCxnSpPr>
          <p:nvPr/>
        </p:nvCxnSpPr>
        <p:spPr>
          <a:xfrm flipV="1">
            <a:off x="1663596" y="1980739"/>
            <a:ext cx="1067796" cy="373226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186CA8F3-3DF5-BE40-AEB1-4585A073E349}"/>
              </a:ext>
            </a:extLst>
          </p:cNvPr>
          <p:cNvCxnSpPr>
            <a:cxnSpLocks/>
          </p:cNvCxnSpPr>
          <p:nvPr/>
        </p:nvCxnSpPr>
        <p:spPr>
          <a:xfrm>
            <a:off x="1663596" y="2594226"/>
            <a:ext cx="1055148" cy="333642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49" name="Group 48">
            <a:extLst>
              <a:ext uri="{FF2B5EF4-FFF2-40B4-BE49-F238E27FC236}">
                <a16:creationId xmlns:a16="http://schemas.microsoft.com/office/drawing/2014/main" id="{A3592EB0-DA86-B549-B568-C4C680B801B1}"/>
              </a:ext>
            </a:extLst>
          </p:cNvPr>
          <p:cNvGrpSpPr/>
          <p:nvPr/>
        </p:nvGrpSpPr>
        <p:grpSpPr>
          <a:xfrm>
            <a:off x="2736909" y="839568"/>
            <a:ext cx="1524000" cy="2623854"/>
            <a:chOff x="2428240" y="856176"/>
            <a:chExt cx="1524000" cy="2623854"/>
          </a:xfrm>
        </p:grpSpPr>
        <p:grpSp>
          <p:nvGrpSpPr>
            <p:cNvPr id="24" name="Group 23">
              <a:extLst>
                <a:ext uri="{FF2B5EF4-FFF2-40B4-BE49-F238E27FC236}">
                  <a16:creationId xmlns:a16="http://schemas.microsoft.com/office/drawing/2014/main" id="{165CD638-1F0D-ED4F-8CF8-BF95A4C30FEF}"/>
                </a:ext>
              </a:extLst>
            </p:cNvPr>
            <p:cNvGrpSpPr/>
            <p:nvPr/>
          </p:nvGrpSpPr>
          <p:grpSpPr>
            <a:xfrm>
              <a:off x="2428240" y="1437409"/>
              <a:ext cx="1524000" cy="2042621"/>
              <a:chOff x="2611120" y="1386609"/>
              <a:chExt cx="1524000" cy="2042621"/>
            </a:xfrm>
          </p:grpSpPr>
          <p:sp>
            <p:nvSpPr>
              <p:cNvPr id="5" name="Rounded Rectangle 4">
                <a:extLst>
                  <a:ext uri="{FF2B5EF4-FFF2-40B4-BE49-F238E27FC236}">
                    <a16:creationId xmlns:a16="http://schemas.microsoft.com/office/drawing/2014/main" id="{4AB6CF91-8FA2-9148-8D32-B256BCE58EF4}"/>
                  </a:ext>
                </a:extLst>
              </p:cNvPr>
              <p:cNvSpPr/>
              <p:nvPr/>
            </p:nvSpPr>
            <p:spPr>
              <a:xfrm>
                <a:off x="2611120" y="1386609"/>
                <a:ext cx="1524000" cy="2042621"/>
              </a:xfrm>
              <a:prstGeom prst="roundRect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  <p:pic>
            <p:nvPicPr>
              <p:cNvPr id="7" name="Graphic 6">
                <a:extLst>
                  <a:ext uri="{FF2B5EF4-FFF2-40B4-BE49-F238E27FC236}">
                    <a16:creationId xmlns:a16="http://schemas.microsoft.com/office/drawing/2014/main" id="{359B42FE-CE47-3148-9194-4F8E32BCA55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725419" y="2495782"/>
                <a:ext cx="476250" cy="476250"/>
              </a:xfrm>
              <a:prstGeom prst="rect">
                <a:avLst/>
              </a:prstGeom>
            </p:spPr>
          </p:pic>
          <p:pic>
            <p:nvPicPr>
              <p:cNvPr id="11" name="Graphic 10">
                <a:extLst>
                  <a:ext uri="{FF2B5EF4-FFF2-40B4-BE49-F238E27FC236}">
                    <a16:creationId xmlns:a16="http://schemas.microsoft.com/office/drawing/2014/main" id="{8106C406-3FD4-894E-9E70-8487CB0FEDE8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2877819" y="2648182"/>
                <a:ext cx="476250" cy="476250"/>
              </a:xfrm>
              <a:prstGeom prst="rect">
                <a:avLst/>
              </a:prstGeom>
            </p:spPr>
          </p:pic>
          <p:pic>
            <p:nvPicPr>
              <p:cNvPr id="13" name="Graphic 12">
                <a:extLst>
                  <a:ext uri="{FF2B5EF4-FFF2-40B4-BE49-F238E27FC236}">
                    <a16:creationId xmlns:a16="http://schemas.microsoft.com/office/drawing/2014/main" id="{B910EDFB-B3FA-4549-A8E7-A10629C14AB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4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p:blipFill>
            <p:spPr>
              <a:xfrm>
                <a:off x="3030219" y="2800582"/>
                <a:ext cx="476250" cy="476250"/>
              </a:xfrm>
              <a:prstGeom prst="rect">
                <a:avLst/>
              </a:prstGeom>
            </p:spPr>
          </p:pic>
          <p:pic>
            <p:nvPicPr>
              <p:cNvPr id="9" name="Graphic 8">
                <a:extLst>
                  <a:ext uri="{FF2B5EF4-FFF2-40B4-BE49-F238E27FC236}">
                    <a16:creationId xmlns:a16="http://schemas.microsoft.com/office/drawing/2014/main" id="{264B48C6-2581-BE4C-B398-D4E120DDBB0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392169" y="2512676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15" name="Graphic 14">
                <a:extLst>
                  <a:ext uri="{FF2B5EF4-FFF2-40B4-BE49-F238E27FC236}">
                    <a16:creationId xmlns:a16="http://schemas.microsoft.com/office/drawing/2014/main" id="{2C4FDBF6-0B58-B348-97AD-C0D61F658E96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544569" y="2665076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16" name="Graphic 15">
                <a:extLst>
                  <a:ext uri="{FF2B5EF4-FFF2-40B4-BE49-F238E27FC236}">
                    <a16:creationId xmlns:a16="http://schemas.microsoft.com/office/drawing/2014/main" id="{715347DD-42C1-894A-9B26-7699E7ED8984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6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p:blipFill>
            <p:spPr>
              <a:xfrm>
                <a:off x="3696969" y="2817476"/>
                <a:ext cx="381000" cy="381000"/>
              </a:xfrm>
              <a:prstGeom prst="rect">
                <a:avLst/>
              </a:prstGeom>
            </p:spPr>
          </p:pic>
          <p:pic>
            <p:nvPicPr>
              <p:cNvPr id="18" name="Graphic 17">
                <a:extLst>
                  <a:ext uri="{FF2B5EF4-FFF2-40B4-BE49-F238E27FC236}">
                    <a16:creationId xmlns:a16="http://schemas.microsoft.com/office/drawing/2014/main" id="{C5430559-3491-8245-8415-3E9D3DFA2631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2896869" y="1516264"/>
                <a:ext cx="346595" cy="346595"/>
              </a:xfrm>
              <a:prstGeom prst="rect">
                <a:avLst/>
              </a:prstGeom>
            </p:spPr>
          </p:pic>
          <p:pic>
            <p:nvPicPr>
              <p:cNvPr id="19" name="Graphic 18">
                <a:extLst>
                  <a:ext uri="{FF2B5EF4-FFF2-40B4-BE49-F238E27FC236}">
                    <a16:creationId xmlns:a16="http://schemas.microsoft.com/office/drawing/2014/main" id="{FF7A427B-9076-5D49-85DA-E13736458449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049269" y="1668664"/>
                <a:ext cx="346595" cy="346595"/>
              </a:xfrm>
              <a:prstGeom prst="rect">
                <a:avLst/>
              </a:prstGeom>
            </p:spPr>
          </p:pic>
          <p:pic>
            <p:nvPicPr>
              <p:cNvPr id="20" name="Graphic 19">
                <a:extLst>
                  <a:ext uri="{FF2B5EF4-FFF2-40B4-BE49-F238E27FC236}">
                    <a16:creationId xmlns:a16="http://schemas.microsoft.com/office/drawing/2014/main" id="{8CD29C81-6D6B-CA47-9E18-75974DF3E260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201669" y="1821064"/>
                <a:ext cx="346595" cy="346595"/>
              </a:xfrm>
              <a:prstGeom prst="rect">
                <a:avLst/>
              </a:prstGeom>
            </p:spPr>
          </p:pic>
          <p:pic>
            <p:nvPicPr>
              <p:cNvPr id="21" name="Graphic 20">
                <a:extLst>
                  <a:ext uri="{FF2B5EF4-FFF2-40B4-BE49-F238E27FC236}">
                    <a16:creationId xmlns:a16="http://schemas.microsoft.com/office/drawing/2014/main" id="{8E737FB0-F2BC-3149-9072-053E4794731F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 r:embed="rId8">
                <a:extLst>
                  <a:ext uri="{28A0092B-C50C-407E-A947-70E740481C1C}">
                    <a14:useLocalDpi xmlns:a14="http://schemas.microsoft.com/office/drawing/2010/main" val="0"/>
                  </a:ex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3354069" y="1973464"/>
                <a:ext cx="346595" cy="346595"/>
              </a:xfrm>
              <a:prstGeom prst="rect">
                <a:avLst/>
              </a:prstGeom>
            </p:spPr>
          </p:pic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4ABD31C6-2A19-054C-89AD-D34860B8C39B}"/>
                  </a:ext>
                </a:extLst>
              </p:cNvPr>
              <p:cNvCxnSpPr>
                <a:stCxn id="5" idx="1"/>
                <a:endCxn id="5" idx="3"/>
              </p:cNvCxnSpPr>
              <p:nvPr/>
            </p:nvCxnSpPr>
            <p:spPr>
              <a:xfrm>
                <a:off x="2611120" y="2407920"/>
                <a:ext cx="1524000" cy="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35" name="Picture 34">
              <a:extLst>
                <a:ext uri="{FF2B5EF4-FFF2-40B4-BE49-F238E27FC236}">
                  <a16:creationId xmlns:a16="http://schemas.microsoft.com/office/drawing/2014/main" id="{8050FC10-A5D6-9C4B-995D-AC7E6E42543E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BEBA8EAE-BF5A-486C-A8C5-ECC9F3942E4B}">
                  <a14:imgProps xmlns:a14="http://schemas.microsoft.com/office/drawing/2010/main">
                    <a14:imgLayer r:embed="rId11">
                      <a14:imgEffect>
                        <a14:backgroundRemoval t="9973" b="89937" l="1693" r="99093"/>
                      </a14:imgEffect>
                    </a14:imgLayer>
                  </a14:imgProps>
                </a:ex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2713989" y="856176"/>
              <a:ext cx="934164" cy="623027"/>
            </a:xfrm>
            <a:prstGeom prst="rect">
              <a:avLst/>
            </a:prstGeom>
          </p:spPr>
        </p:pic>
      </p:grpSp>
      <p:grpSp>
        <p:nvGrpSpPr>
          <p:cNvPr id="42" name="Group 41">
            <a:extLst>
              <a:ext uri="{FF2B5EF4-FFF2-40B4-BE49-F238E27FC236}">
                <a16:creationId xmlns:a16="http://schemas.microsoft.com/office/drawing/2014/main" id="{027B86B3-D007-354F-ABCD-14390CB2B014}"/>
              </a:ext>
            </a:extLst>
          </p:cNvPr>
          <p:cNvGrpSpPr/>
          <p:nvPr/>
        </p:nvGrpSpPr>
        <p:grpSpPr>
          <a:xfrm>
            <a:off x="6320789" y="1508470"/>
            <a:ext cx="874529" cy="1311794"/>
            <a:chOff x="4715124" y="1323072"/>
            <a:chExt cx="874529" cy="1311794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43548E6D-D948-EC4F-B924-D7F0A3EEE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715124" y="1323072"/>
              <a:ext cx="874529" cy="1311794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891A6DC6-57C4-1144-8BA8-D6F002CDA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49242" y="2026689"/>
              <a:ext cx="383540" cy="383540"/>
            </a:xfrm>
            <a:prstGeom prst="rect">
              <a:avLst/>
            </a:prstGeom>
          </p:spPr>
        </p:pic>
      </p:grpSp>
      <p:grpSp>
        <p:nvGrpSpPr>
          <p:cNvPr id="43" name="Group 42">
            <a:extLst>
              <a:ext uri="{FF2B5EF4-FFF2-40B4-BE49-F238E27FC236}">
                <a16:creationId xmlns:a16="http://schemas.microsoft.com/office/drawing/2014/main" id="{8425338C-1BF0-4D48-8A70-1BF827DD3B84}"/>
              </a:ext>
            </a:extLst>
          </p:cNvPr>
          <p:cNvGrpSpPr/>
          <p:nvPr/>
        </p:nvGrpSpPr>
        <p:grpSpPr>
          <a:xfrm>
            <a:off x="6758053" y="1821659"/>
            <a:ext cx="874529" cy="1311794"/>
            <a:chOff x="4715124" y="1323072"/>
            <a:chExt cx="874529" cy="1311794"/>
          </a:xfrm>
        </p:grpSpPr>
        <p:pic>
          <p:nvPicPr>
            <p:cNvPr id="44" name="Graphic 43">
              <a:extLst>
                <a:ext uri="{FF2B5EF4-FFF2-40B4-BE49-F238E27FC236}">
                  <a16:creationId xmlns:a16="http://schemas.microsoft.com/office/drawing/2014/main" id="{8F6E3688-250A-6C43-A679-F98DC84D4DD4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715124" y="1323072"/>
              <a:ext cx="874529" cy="1311794"/>
            </a:xfrm>
            <a:prstGeom prst="rect">
              <a:avLst/>
            </a:prstGeom>
          </p:spPr>
        </p:pic>
        <p:pic>
          <p:nvPicPr>
            <p:cNvPr id="45" name="Graphic 44">
              <a:extLst>
                <a:ext uri="{FF2B5EF4-FFF2-40B4-BE49-F238E27FC236}">
                  <a16:creationId xmlns:a16="http://schemas.microsoft.com/office/drawing/2014/main" id="{D0776970-6C79-C547-A920-2A2F2F7A4B2E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49242" y="2026689"/>
              <a:ext cx="383540" cy="383540"/>
            </a:xfrm>
            <a:prstGeom prst="rect">
              <a:avLst/>
            </a:prstGeom>
          </p:spPr>
        </p:pic>
      </p:grpSp>
      <p:grpSp>
        <p:nvGrpSpPr>
          <p:cNvPr id="46" name="Group 45">
            <a:extLst>
              <a:ext uri="{FF2B5EF4-FFF2-40B4-BE49-F238E27FC236}">
                <a16:creationId xmlns:a16="http://schemas.microsoft.com/office/drawing/2014/main" id="{CAE38482-80F9-9A47-9F32-5A976DD902CF}"/>
              </a:ext>
            </a:extLst>
          </p:cNvPr>
          <p:cNvGrpSpPr/>
          <p:nvPr/>
        </p:nvGrpSpPr>
        <p:grpSpPr>
          <a:xfrm>
            <a:off x="7175381" y="2151495"/>
            <a:ext cx="874529" cy="1311794"/>
            <a:chOff x="4715124" y="1323072"/>
            <a:chExt cx="874529" cy="1311794"/>
          </a:xfrm>
        </p:grpSpPr>
        <p:pic>
          <p:nvPicPr>
            <p:cNvPr id="47" name="Graphic 46">
              <a:extLst>
                <a:ext uri="{FF2B5EF4-FFF2-40B4-BE49-F238E27FC236}">
                  <a16:creationId xmlns:a16="http://schemas.microsoft.com/office/drawing/2014/main" id="{7EF42142-FD29-B84C-AEB8-6459A3659EE9}"/>
                </a:ext>
              </a:extLst>
            </p:cNvPr>
            <p:cNvPicPr>
              <a:picLocks noChangeAspect="1"/>
            </p:cNvPicPr>
            <p:nvPr/>
          </p:nvPicPr>
          <p:blipFill>
            <a:blip r:embed="rId12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p:blipFill>
          <p:spPr>
            <a:xfrm>
              <a:off x="4715124" y="1323072"/>
              <a:ext cx="874529" cy="1311794"/>
            </a:xfrm>
            <a:prstGeom prst="rect">
              <a:avLst/>
            </a:prstGeom>
          </p:spPr>
        </p:pic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637B11BA-8B18-D140-8C46-81364971489D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49242" y="2026689"/>
              <a:ext cx="383540" cy="383540"/>
            </a:xfrm>
            <a:prstGeom prst="rect">
              <a:avLst/>
            </a:prstGeom>
          </p:spPr>
        </p:pic>
      </p:grpSp>
      <p:sp>
        <p:nvSpPr>
          <p:cNvPr id="62" name="TextBox 61">
            <a:extLst>
              <a:ext uri="{FF2B5EF4-FFF2-40B4-BE49-F238E27FC236}">
                <a16:creationId xmlns:a16="http://schemas.microsoft.com/office/drawing/2014/main" id="{24C58CF9-400F-BB4B-BEEF-70489BA6144D}"/>
              </a:ext>
            </a:extLst>
          </p:cNvPr>
          <p:cNvSpPr txBox="1"/>
          <p:nvPr/>
        </p:nvSpPr>
        <p:spPr>
          <a:xfrm>
            <a:off x="7309499" y="1412356"/>
            <a:ext cx="15950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Firmware files</a:t>
            </a: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07C740E9-40BA-8E41-A8B3-9F4DF26D4913}"/>
              </a:ext>
            </a:extLst>
          </p:cNvPr>
          <p:cNvSpPr txBox="1"/>
          <p:nvPr/>
        </p:nvSpPr>
        <p:spPr>
          <a:xfrm>
            <a:off x="4508267" y="1057409"/>
            <a:ext cx="194569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Each private cert is burned into firmware file</a:t>
            </a:r>
          </a:p>
        </p:txBody>
      </p:sp>
      <p:pic>
        <p:nvPicPr>
          <p:cNvPr id="65" name="Graphic 64">
            <a:extLst>
              <a:ext uri="{FF2B5EF4-FFF2-40B4-BE49-F238E27FC236}">
                <a16:creationId xmlns:a16="http://schemas.microsoft.com/office/drawing/2014/main" id="{D2088069-1091-6646-8B37-16094ED0702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6308697" y="4704080"/>
            <a:ext cx="1640114" cy="1148080"/>
          </a:xfrm>
          <a:prstGeom prst="rect">
            <a:avLst/>
          </a:prstGeom>
        </p:spPr>
      </p:pic>
      <p:pic>
        <p:nvPicPr>
          <p:cNvPr id="70" name="Graphic 69">
            <a:extLst>
              <a:ext uri="{FF2B5EF4-FFF2-40B4-BE49-F238E27FC236}">
                <a16:creationId xmlns:a16="http://schemas.microsoft.com/office/drawing/2014/main" id="{60B277A8-9DA0-5041-A88F-0ED3FF3E6737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2718744" y="4100653"/>
            <a:ext cx="1778247" cy="1674861"/>
          </a:xfrm>
          <a:prstGeom prst="rect">
            <a:avLst/>
          </a:prstGeom>
        </p:spPr>
      </p:pic>
      <p:sp>
        <p:nvSpPr>
          <p:cNvPr id="71" name="Right Arrow 70">
            <a:extLst>
              <a:ext uri="{FF2B5EF4-FFF2-40B4-BE49-F238E27FC236}">
                <a16:creationId xmlns:a16="http://schemas.microsoft.com/office/drawing/2014/main" id="{2DE56698-B8E2-9A40-BD44-17552CD15145}"/>
              </a:ext>
            </a:extLst>
          </p:cNvPr>
          <p:cNvSpPr/>
          <p:nvPr/>
        </p:nvSpPr>
        <p:spPr>
          <a:xfrm>
            <a:off x="4378102" y="1897051"/>
            <a:ext cx="1875731" cy="373226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Right Arrow 71">
            <a:extLst>
              <a:ext uri="{FF2B5EF4-FFF2-40B4-BE49-F238E27FC236}">
                <a16:creationId xmlns:a16="http://schemas.microsoft.com/office/drawing/2014/main" id="{2D6DD598-1E25-2440-9801-0F539E248D1D}"/>
              </a:ext>
            </a:extLst>
          </p:cNvPr>
          <p:cNvSpPr/>
          <p:nvPr/>
        </p:nvSpPr>
        <p:spPr>
          <a:xfrm rot="5400000">
            <a:off x="6300033" y="3786198"/>
            <a:ext cx="1332322" cy="325120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3" name="Right Arrow 72">
            <a:extLst>
              <a:ext uri="{FF2B5EF4-FFF2-40B4-BE49-F238E27FC236}">
                <a16:creationId xmlns:a16="http://schemas.microsoft.com/office/drawing/2014/main" id="{CFB7FC50-012B-6F4E-9F32-CC5B5370C204}"/>
              </a:ext>
            </a:extLst>
          </p:cNvPr>
          <p:cNvSpPr/>
          <p:nvPr/>
        </p:nvSpPr>
        <p:spPr>
          <a:xfrm rot="10800000">
            <a:off x="4622799" y="5091507"/>
            <a:ext cx="1582580" cy="373226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0B489C84-0406-9342-BD5A-37F6C5BA7EA4}"/>
              </a:ext>
            </a:extLst>
          </p:cNvPr>
          <p:cNvSpPr txBox="1"/>
          <p:nvPr/>
        </p:nvSpPr>
        <p:spPr>
          <a:xfrm>
            <a:off x="7175381" y="3662175"/>
            <a:ext cx="1719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Files stored on the USB drive</a:t>
            </a: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8C373ADD-DC3F-9A4D-99F9-74C5A7145650}"/>
              </a:ext>
            </a:extLst>
          </p:cNvPr>
          <p:cNvSpPr txBox="1"/>
          <p:nvPr/>
        </p:nvSpPr>
        <p:spPr>
          <a:xfrm>
            <a:off x="4699640" y="4291753"/>
            <a:ext cx="17191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Hand delivered to factory</a:t>
            </a:r>
          </a:p>
        </p:txBody>
      </p:sp>
      <p:sp>
        <p:nvSpPr>
          <p:cNvPr id="82" name="TextBox 81">
            <a:extLst>
              <a:ext uri="{FF2B5EF4-FFF2-40B4-BE49-F238E27FC236}">
                <a16:creationId xmlns:a16="http://schemas.microsoft.com/office/drawing/2014/main" id="{9F32EE8F-2ABB-144C-BD5D-CBE453A8B1AD}"/>
              </a:ext>
            </a:extLst>
          </p:cNvPr>
          <p:cNvSpPr txBox="1"/>
          <p:nvPr/>
        </p:nvSpPr>
        <p:spPr>
          <a:xfrm>
            <a:off x="1056640" y="4247897"/>
            <a:ext cx="221880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Device is ready to be connected to AWS </a:t>
            </a:r>
          </a:p>
        </p:txBody>
      </p:sp>
      <p:sp>
        <p:nvSpPr>
          <p:cNvPr id="83" name="Right Arrow 82">
            <a:extLst>
              <a:ext uri="{FF2B5EF4-FFF2-40B4-BE49-F238E27FC236}">
                <a16:creationId xmlns:a16="http://schemas.microsoft.com/office/drawing/2014/main" id="{B00DA6A4-769E-D24A-89AB-2287603B850C}"/>
              </a:ext>
            </a:extLst>
          </p:cNvPr>
          <p:cNvSpPr/>
          <p:nvPr/>
        </p:nvSpPr>
        <p:spPr>
          <a:xfrm rot="10800000">
            <a:off x="1442719" y="5148258"/>
            <a:ext cx="1161461" cy="373226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5" name="Graphic 84">
            <a:extLst>
              <a:ext uri="{FF2B5EF4-FFF2-40B4-BE49-F238E27FC236}">
                <a16:creationId xmlns:a16="http://schemas.microsoft.com/office/drawing/2014/main" id="{B19DFA8E-42A1-814A-97EB-77F26C714A91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409147" y="4780292"/>
            <a:ext cx="702467" cy="11091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69122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8000">
        <p:cut/>
      </p:transition>
    </mc:Choice>
    <mc:Fallback xmlns="">
      <p:transition advClick="0" advTm="8000">
        <p:cut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718"/>
            <a:ext cx="9143999" cy="67811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Fleet Provisioning process 1</a:t>
            </a: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7CA841BE-D7A7-CD4B-A32C-04E95CD7C7A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6242" y="3241596"/>
            <a:ext cx="1041400" cy="1054100"/>
          </a:xfrm>
          <a:prstGeom prst="rect">
            <a:avLst/>
          </a:prstGeom>
        </p:spPr>
      </p:pic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57215F21-52F3-6E4C-9433-9ECE0CBF5E1B}"/>
              </a:ext>
            </a:extLst>
          </p:cNvPr>
          <p:cNvCxnSpPr>
            <a:cxnSpLocks/>
            <a:stCxn id="4" idx="3"/>
            <a:endCxn id="5" idx="1"/>
          </p:cNvCxnSpPr>
          <p:nvPr/>
        </p:nvCxnSpPr>
        <p:spPr>
          <a:xfrm>
            <a:off x="1247642" y="3768646"/>
            <a:ext cx="517549" cy="0"/>
          </a:xfrm>
          <a:prstGeom prst="straightConnector1">
            <a:avLst/>
          </a:prstGeom>
          <a:ln w="254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34">
            <a:extLst>
              <a:ext uri="{FF2B5EF4-FFF2-40B4-BE49-F238E27FC236}">
                <a16:creationId xmlns:a16="http://schemas.microsoft.com/office/drawing/2014/main" id="{8050FC10-A5D6-9C4B-995D-AC7E6E42543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BEBA8EAE-BF5A-486C-A8C5-ECC9F3942E4B}">
                <a14:imgProps xmlns:a14="http://schemas.microsoft.com/office/drawing/2010/main">
                  <a14:imgLayer r:embed="rId5">
                    <a14:imgEffect>
                      <a14:backgroundRemoval t="9973" b="89937" l="1693" r="9909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57471" y="2496629"/>
            <a:ext cx="934164" cy="623027"/>
          </a:xfrm>
          <a:prstGeom prst="rect">
            <a:avLst/>
          </a:prstGeom>
        </p:spPr>
      </p:pic>
      <p:grpSp>
        <p:nvGrpSpPr>
          <p:cNvPr id="42" name="Group 41">
            <a:extLst>
              <a:ext uri="{FF2B5EF4-FFF2-40B4-BE49-F238E27FC236}">
                <a16:creationId xmlns:a16="http://schemas.microsoft.com/office/drawing/2014/main" id="{027B86B3-D007-354F-ABCD-14390CB2B014}"/>
              </a:ext>
            </a:extLst>
          </p:cNvPr>
          <p:cNvGrpSpPr/>
          <p:nvPr/>
        </p:nvGrpSpPr>
        <p:grpSpPr>
          <a:xfrm>
            <a:off x="4791735" y="3112749"/>
            <a:ext cx="874529" cy="1311794"/>
            <a:chOff x="4715124" y="1323072"/>
            <a:chExt cx="874529" cy="1311794"/>
          </a:xfrm>
        </p:grpSpPr>
        <p:pic>
          <p:nvPicPr>
            <p:cNvPr id="39" name="Graphic 38">
              <a:extLst>
                <a:ext uri="{FF2B5EF4-FFF2-40B4-BE49-F238E27FC236}">
                  <a16:creationId xmlns:a16="http://schemas.microsoft.com/office/drawing/2014/main" id="{43548E6D-D948-EC4F-B924-D7F0A3EEE662}"/>
                </a:ext>
              </a:extLst>
            </p:cNvPr>
            <p:cNvPicPr>
              <a:picLocks noChangeAspect="1"/>
            </p:cNvPicPr>
            <p:nvPr/>
          </p:nvPicPr>
          <p:blipFill>
            <a:blip r:embed="rId6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p:blipFill>
          <p:spPr>
            <a:xfrm>
              <a:off x="4715124" y="1323072"/>
              <a:ext cx="874529" cy="1311794"/>
            </a:xfrm>
            <a:prstGeom prst="rect">
              <a:avLst/>
            </a:prstGeom>
          </p:spPr>
        </p:pic>
        <p:pic>
          <p:nvPicPr>
            <p:cNvPr id="41" name="Graphic 40">
              <a:extLst>
                <a:ext uri="{FF2B5EF4-FFF2-40B4-BE49-F238E27FC236}">
                  <a16:creationId xmlns:a16="http://schemas.microsoft.com/office/drawing/2014/main" id="{891A6DC6-57C4-1144-8BA8-D6F002CDA8E9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4849242" y="2026689"/>
              <a:ext cx="383540" cy="383540"/>
            </a:xfrm>
            <a:prstGeom prst="rect">
              <a:avLst/>
            </a:prstGeom>
          </p:spPr>
        </p:pic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07C740E9-40BA-8E41-A8B3-9F4DF26D4913}"/>
              </a:ext>
            </a:extLst>
          </p:cNvPr>
          <p:cNvSpPr txBox="1"/>
          <p:nvPr/>
        </p:nvSpPr>
        <p:spPr>
          <a:xfrm>
            <a:off x="3363694" y="2948622"/>
            <a:ext cx="1945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Create single firmware file</a:t>
            </a:r>
          </a:p>
        </p:txBody>
      </p:sp>
      <p:pic>
        <p:nvPicPr>
          <p:cNvPr id="70" name="Graphic 69">
            <a:extLst>
              <a:ext uri="{FF2B5EF4-FFF2-40B4-BE49-F238E27FC236}">
                <a16:creationId xmlns:a16="http://schemas.microsoft.com/office/drawing/2014/main" id="{60B277A8-9DA0-5041-A88F-0ED3FF3E6737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152574" y="2454388"/>
            <a:ext cx="1778247" cy="1674861"/>
          </a:xfrm>
          <a:prstGeom prst="rect">
            <a:avLst/>
          </a:prstGeom>
        </p:spPr>
      </p:pic>
      <p:sp>
        <p:nvSpPr>
          <p:cNvPr id="71" name="Right Arrow 70">
            <a:extLst>
              <a:ext uri="{FF2B5EF4-FFF2-40B4-BE49-F238E27FC236}">
                <a16:creationId xmlns:a16="http://schemas.microsoft.com/office/drawing/2014/main" id="{2DE56698-B8E2-9A40-BD44-17552CD15145}"/>
              </a:ext>
            </a:extLst>
          </p:cNvPr>
          <p:cNvSpPr/>
          <p:nvPr/>
        </p:nvSpPr>
        <p:spPr>
          <a:xfrm>
            <a:off x="3471117" y="3629753"/>
            <a:ext cx="1181396" cy="373226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10" name="Group 9">
            <a:extLst>
              <a:ext uri="{FF2B5EF4-FFF2-40B4-BE49-F238E27FC236}">
                <a16:creationId xmlns:a16="http://schemas.microsoft.com/office/drawing/2014/main" id="{8B5B3AAF-B961-9B4A-BB7B-4F98D57B6F5D}"/>
              </a:ext>
            </a:extLst>
          </p:cNvPr>
          <p:cNvGrpSpPr/>
          <p:nvPr/>
        </p:nvGrpSpPr>
        <p:grpSpPr>
          <a:xfrm>
            <a:off x="1765191" y="3181233"/>
            <a:ext cx="1627577" cy="1174826"/>
            <a:chOff x="2411789" y="3196970"/>
            <a:chExt cx="1627577" cy="1174826"/>
          </a:xfrm>
        </p:grpSpPr>
        <p:sp>
          <p:nvSpPr>
            <p:cNvPr id="5" name="Rounded Rectangle 4">
              <a:extLst>
                <a:ext uri="{FF2B5EF4-FFF2-40B4-BE49-F238E27FC236}">
                  <a16:creationId xmlns:a16="http://schemas.microsoft.com/office/drawing/2014/main" id="{4AB6CF91-8FA2-9148-8D32-B256BCE58EF4}"/>
                </a:ext>
              </a:extLst>
            </p:cNvPr>
            <p:cNvSpPr/>
            <p:nvPr/>
          </p:nvSpPr>
          <p:spPr>
            <a:xfrm>
              <a:off x="2411789" y="3196970"/>
              <a:ext cx="1524000" cy="1174826"/>
            </a:xfrm>
            <a:prstGeom prst="round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pic>
          <p:nvPicPr>
            <p:cNvPr id="18" name="Graphic 17">
              <a:extLst>
                <a:ext uri="{FF2B5EF4-FFF2-40B4-BE49-F238E27FC236}">
                  <a16:creationId xmlns:a16="http://schemas.microsoft.com/office/drawing/2014/main" id="{C5430559-3491-8245-8415-3E9D3DFA2631}"/>
                </a:ext>
              </a:extLst>
            </p:cNvPr>
            <p:cNvPicPr>
              <a:picLocks noChangeAspect="1"/>
            </p:cNvPicPr>
            <p:nvPr/>
          </p:nvPicPr>
          <p:blipFill>
            <a:blip r:embed="rId8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p:blipFill>
          <p:spPr>
            <a:xfrm>
              <a:off x="2973424" y="3305720"/>
              <a:ext cx="346595" cy="346595"/>
            </a:xfrm>
            <a:prstGeom prst="rect">
              <a:avLst/>
            </a:prstGeom>
          </p:spPr>
        </p:pic>
        <p:sp>
          <p:nvSpPr>
            <p:cNvPr id="50" name="TextBox 49">
              <a:extLst>
                <a:ext uri="{FF2B5EF4-FFF2-40B4-BE49-F238E27FC236}">
                  <a16:creationId xmlns:a16="http://schemas.microsoft.com/office/drawing/2014/main" id="{9F41216A-A615-9045-A729-B32F18B41037}"/>
                </a:ext>
              </a:extLst>
            </p:cNvPr>
            <p:cNvSpPr txBox="1"/>
            <p:nvPr/>
          </p:nvSpPr>
          <p:spPr>
            <a:xfrm>
              <a:off x="2420318" y="3663888"/>
              <a:ext cx="1619048" cy="646331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</a:schemeClr>
                  </a:solidFill>
                </a:rPr>
                <a:t>Single</a:t>
              </a:r>
            </a:p>
            <a:p>
              <a:r>
                <a:rPr lang="en-US" dirty="0">
                  <a:solidFill>
                    <a:schemeClr val="tx1">
                      <a:lumMod val="50000"/>
                    </a:schemeClr>
                  </a:solidFill>
                </a:rPr>
                <a:t>bootstrap cert</a:t>
              </a:r>
            </a:p>
          </p:txBody>
        </p:sp>
      </p:grpSp>
      <p:sp>
        <p:nvSpPr>
          <p:cNvPr id="51" name="Right Arrow 50">
            <a:extLst>
              <a:ext uri="{FF2B5EF4-FFF2-40B4-BE49-F238E27FC236}">
                <a16:creationId xmlns:a16="http://schemas.microsoft.com/office/drawing/2014/main" id="{CC1A3035-8D98-8549-A5C5-D74016734C26}"/>
              </a:ext>
            </a:extLst>
          </p:cNvPr>
          <p:cNvSpPr/>
          <p:nvPr/>
        </p:nvSpPr>
        <p:spPr>
          <a:xfrm>
            <a:off x="5805486" y="3598090"/>
            <a:ext cx="1181396" cy="373226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C7C298F8-DA1E-0C43-BE5F-ECE12FBFD819}"/>
              </a:ext>
            </a:extLst>
          </p:cNvPr>
          <p:cNvSpPr txBox="1"/>
          <p:nvPr/>
        </p:nvSpPr>
        <p:spPr>
          <a:xfrm>
            <a:off x="5750876" y="2918430"/>
            <a:ext cx="19456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Send to manufacturer</a:t>
            </a:r>
          </a:p>
        </p:txBody>
      </p:sp>
      <p:sp>
        <p:nvSpPr>
          <p:cNvPr id="54" name="TextBox 53">
            <a:extLst>
              <a:ext uri="{FF2B5EF4-FFF2-40B4-BE49-F238E27FC236}">
                <a16:creationId xmlns:a16="http://schemas.microsoft.com/office/drawing/2014/main" id="{5EDE42F0-3722-7348-A6F3-EB951702B5AE}"/>
              </a:ext>
            </a:extLst>
          </p:cNvPr>
          <p:cNvSpPr txBox="1"/>
          <p:nvPr/>
        </p:nvSpPr>
        <p:spPr>
          <a:xfrm>
            <a:off x="7068847" y="1165644"/>
            <a:ext cx="1945699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All devices can be manufactured using the same firmware file</a:t>
            </a:r>
          </a:p>
        </p:txBody>
      </p:sp>
      <p:sp>
        <p:nvSpPr>
          <p:cNvPr id="55" name="Right Arrow 54">
            <a:extLst>
              <a:ext uri="{FF2B5EF4-FFF2-40B4-BE49-F238E27FC236}">
                <a16:creationId xmlns:a16="http://schemas.microsoft.com/office/drawing/2014/main" id="{BA50ADD8-2FAF-5D4D-B1C4-D880730819D2}"/>
              </a:ext>
            </a:extLst>
          </p:cNvPr>
          <p:cNvSpPr/>
          <p:nvPr/>
        </p:nvSpPr>
        <p:spPr>
          <a:xfrm rot="5400000">
            <a:off x="7653121" y="4536283"/>
            <a:ext cx="960030" cy="373226"/>
          </a:xfrm>
          <a:prstGeom prst="rightArrow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6" name="Graphic 55">
            <a:extLst>
              <a:ext uri="{FF2B5EF4-FFF2-40B4-BE49-F238E27FC236}">
                <a16:creationId xmlns:a16="http://schemas.microsoft.com/office/drawing/2014/main" id="{C0711B7B-7D4B-0D48-B76C-F86B52C6AF9B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7696575" y="5471172"/>
            <a:ext cx="702467" cy="1109158"/>
          </a:xfrm>
          <a:prstGeom prst="rect">
            <a:avLst/>
          </a:prstGeom>
        </p:spPr>
      </p:pic>
      <p:sp>
        <p:nvSpPr>
          <p:cNvPr id="57" name="TextBox 56">
            <a:extLst>
              <a:ext uri="{FF2B5EF4-FFF2-40B4-BE49-F238E27FC236}">
                <a16:creationId xmlns:a16="http://schemas.microsoft.com/office/drawing/2014/main" id="{189E24C6-01DF-4348-A4BD-9B134A793983}"/>
              </a:ext>
            </a:extLst>
          </p:cNvPr>
          <p:cNvSpPr txBox="1"/>
          <p:nvPr/>
        </p:nvSpPr>
        <p:spPr>
          <a:xfrm>
            <a:off x="4652514" y="4626817"/>
            <a:ext cx="2873504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When device connects to internet at Customer’s home, unique certificate is created for the device and sent over the air to be used for the AWS connection</a:t>
            </a:r>
          </a:p>
        </p:txBody>
      </p:sp>
    </p:spTree>
    <p:extLst>
      <p:ext uri="{BB962C8B-B14F-4D97-AF65-F5344CB8AC3E}">
        <p14:creationId xmlns:p14="http://schemas.microsoft.com/office/powerpoint/2010/main" val="2187293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8000">
        <p:cut/>
      </p:transition>
    </mc:Choice>
    <mc:Fallback xmlns="">
      <p:transition advClick="0" advTm="8000">
        <p:cut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718"/>
            <a:ext cx="9143999" cy="67811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Fleet Provisioning process 2</a:t>
            </a:r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8050FC10-A5D6-9C4B-995D-AC7E6E4254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9973" b="89937" l="1693" r="9909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868" y="1162081"/>
            <a:ext cx="934164" cy="623027"/>
          </a:xfrm>
          <a:prstGeom prst="rect">
            <a:avLst/>
          </a:prstGeom>
        </p:spPr>
      </p:pic>
      <p:sp>
        <p:nvSpPr>
          <p:cNvPr id="63" name="TextBox 62">
            <a:extLst>
              <a:ext uri="{FF2B5EF4-FFF2-40B4-BE49-F238E27FC236}">
                <a16:creationId xmlns:a16="http://schemas.microsoft.com/office/drawing/2014/main" id="{07C740E9-40BA-8E41-A8B3-9F4DF26D4913}"/>
              </a:ext>
            </a:extLst>
          </p:cNvPr>
          <p:cNvSpPr txBox="1"/>
          <p:nvPr/>
        </p:nvSpPr>
        <p:spPr>
          <a:xfrm>
            <a:off x="231209" y="2251242"/>
            <a:ext cx="1159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Bootstrap certificate</a:t>
            </a:r>
          </a:p>
        </p:txBody>
      </p:sp>
      <p:sp>
        <p:nvSpPr>
          <p:cNvPr id="5" name="Rounded Rectangle 4">
            <a:extLst>
              <a:ext uri="{FF2B5EF4-FFF2-40B4-BE49-F238E27FC236}">
                <a16:creationId xmlns:a16="http://schemas.microsoft.com/office/drawing/2014/main" id="{4AB6CF91-8FA2-9148-8D32-B256BCE58EF4}"/>
              </a:ext>
            </a:extLst>
          </p:cNvPr>
          <p:cNvSpPr/>
          <p:nvPr/>
        </p:nvSpPr>
        <p:spPr>
          <a:xfrm>
            <a:off x="5852160" y="1849120"/>
            <a:ext cx="2791351" cy="45008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Graphic 17">
            <a:extLst>
              <a:ext uri="{FF2B5EF4-FFF2-40B4-BE49-F238E27FC236}">
                <a16:creationId xmlns:a16="http://schemas.microsoft.com/office/drawing/2014/main" id="{C5430559-3491-8245-8415-3E9D3DFA263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414823" y="2469406"/>
            <a:ext cx="346595" cy="346595"/>
          </a:xfrm>
          <a:prstGeom prst="rect">
            <a:avLst/>
          </a:prstGeom>
        </p:spPr>
      </p:pic>
      <p:pic>
        <p:nvPicPr>
          <p:cNvPr id="6" name="Graphic 5">
            <a:extLst>
              <a:ext uri="{FF2B5EF4-FFF2-40B4-BE49-F238E27FC236}">
                <a16:creationId xmlns:a16="http://schemas.microsoft.com/office/drawing/2014/main" id="{46D13045-0119-6744-A7F0-9823F7D36C1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7962966" y="1967535"/>
            <a:ext cx="398283" cy="485181"/>
          </a:xfrm>
          <a:prstGeom prst="rect">
            <a:avLst/>
          </a:prstGeom>
        </p:spPr>
      </p:pic>
      <p:sp>
        <p:nvSpPr>
          <p:cNvPr id="20" name="Rounded Rectangle 19">
            <a:extLst>
              <a:ext uri="{FF2B5EF4-FFF2-40B4-BE49-F238E27FC236}">
                <a16:creationId xmlns:a16="http://schemas.microsoft.com/office/drawing/2014/main" id="{D6724BB0-5B67-3F40-9950-425B107D729A}"/>
              </a:ext>
            </a:extLst>
          </p:cNvPr>
          <p:cNvSpPr/>
          <p:nvPr/>
        </p:nvSpPr>
        <p:spPr>
          <a:xfrm>
            <a:off x="271105" y="1849120"/>
            <a:ext cx="1628816" cy="45008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" name="Graphic 7">
            <a:extLst>
              <a:ext uri="{FF2B5EF4-FFF2-40B4-BE49-F238E27FC236}">
                <a16:creationId xmlns:a16="http://schemas.microsoft.com/office/drawing/2014/main" id="{F0F82750-DCD8-0242-AC1F-32846E954779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187685" y="2251242"/>
            <a:ext cx="462122" cy="606535"/>
          </a:xfrm>
          <a:prstGeom prst="rect">
            <a:avLst/>
          </a:prstGeom>
        </p:spPr>
      </p:pic>
      <p:pic>
        <p:nvPicPr>
          <p:cNvPr id="11" name="Graphic 10">
            <a:extLst>
              <a:ext uri="{FF2B5EF4-FFF2-40B4-BE49-F238E27FC236}">
                <a16:creationId xmlns:a16="http://schemas.microsoft.com/office/drawing/2014/main" id="{E81C8F7A-56BE-1D4F-9D89-DB757748DDAC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1269761" y="5445759"/>
            <a:ext cx="425351" cy="55827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ECC1E059-7FF1-AC4B-B39A-E1648EB37A1A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0" b="100000" l="0" r="100000">
                        <a14:foregroundMark x1="12556" y1="33400" x2="12000" y2="428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66524" y="1259526"/>
            <a:ext cx="1021596" cy="567553"/>
          </a:xfrm>
          <a:prstGeom prst="rect">
            <a:avLst/>
          </a:prstGeom>
        </p:spPr>
      </p:pic>
      <p:grpSp>
        <p:nvGrpSpPr>
          <p:cNvPr id="21" name="Group 20">
            <a:extLst>
              <a:ext uri="{FF2B5EF4-FFF2-40B4-BE49-F238E27FC236}">
                <a16:creationId xmlns:a16="http://schemas.microsoft.com/office/drawing/2014/main" id="{DC015E64-8688-C04F-AB97-DDE92D70D643}"/>
              </a:ext>
            </a:extLst>
          </p:cNvPr>
          <p:cNvGrpSpPr/>
          <p:nvPr/>
        </p:nvGrpSpPr>
        <p:grpSpPr>
          <a:xfrm>
            <a:off x="1899921" y="1875633"/>
            <a:ext cx="3952238" cy="593773"/>
            <a:chOff x="1899921" y="1418433"/>
            <a:chExt cx="3952238" cy="593773"/>
          </a:xfrm>
        </p:grpSpPr>
        <p:sp>
          <p:nvSpPr>
            <p:cNvPr id="52" name="TextBox 51">
              <a:extLst>
                <a:ext uri="{FF2B5EF4-FFF2-40B4-BE49-F238E27FC236}">
                  <a16:creationId xmlns:a16="http://schemas.microsoft.com/office/drawing/2014/main" id="{C7C298F8-DA1E-0C43-BE5F-ECE12FBFD819}"/>
                </a:ext>
              </a:extLst>
            </p:cNvPr>
            <p:cNvSpPr txBox="1"/>
            <p:nvPr/>
          </p:nvSpPr>
          <p:spPr>
            <a:xfrm>
              <a:off x="2642135" y="1559120"/>
              <a:ext cx="30716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</a:schemeClr>
                  </a:solidFill>
                </a:rPr>
                <a:t>Get device certificate</a:t>
              </a:r>
            </a:p>
          </p:txBody>
        </p:sp>
        <p:cxnSp>
          <p:nvCxnSpPr>
            <p:cNvPr id="13" name="Straight Arrow Connector 12">
              <a:extLst>
                <a:ext uri="{FF2B5EF4-FFF2-40B4-BE49-F238E27FC236}">
                  <a16:creationId xmlns:a16="http://schemas.microsoft.com/office/drawing/2014/main" id="{0BE5AC9B-E5DC-4B4F-8405-124E80472725}"/>
                </a:ext>
              </a:extLst>
            </p:cNvPr>
            <p:cNvCxnSpPr/>
            <p:nvPr/>
          </p:nvCxnSpPr>
          <p:spPr>
            <a:xfrm>
              <a:off x="1899921" y="2012206"/>
              <a:ext cx="3952238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6" name="Group 15">
              <a:extLst>
                <a:ext uri="{FF2B5EF4-FFF2-40B4-BE49-F238E27FC236}">
                  <a16:creationId xmlns:a16="http://schemas.microsoft.com/office/drawing/2014/main" id="{D1B8FEA3-0596-B647-B404-6BC4E3C87601}"/>
                </a:ext>
              </a:extLst>
            </p:cNvPr>
            <p:cNvGrpSpPr/>
            <p:nvPr/>
          </p:nvGrpSpPr>
          <p:grpSpPr>
            <a:xfrm>
              <a:off x="2171488" y="1556869"/>
              <a:ext cx="355599" cy="371583"/>
              <a:chOff x="2509521" y="2412257"/>
              <a:chExt cx="1325933" cy="1335464"/>
            </a:xfrm>
          </p:grpSpPr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9F41216A-A615-9045-A729-B32F18B41037}"/>
                  </a:ext>
                </a:extLst>
              </p:cNvPr>
              <p:cNvSpPr txBox="1"/>
              <p:nvPr/>
            </p:nvSpPr>
            <p:spPr>
              <a:xfrm>
                <a:off x="2509522" y="2895322"/>
                <a:ext cx="1325932" cy="369332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  <p:sp>
            <p:nvSpPr>
              <p:cNvPr id="15" name="Octagon 14">
                <a:extLst>
                  <a:ext uri="{FF2B5EF4-FFF2-40B4-BE49-F238E27FC236}">
                    <a16:creationId xmlns:a16="http://schemas.microsoft.com/office/drawing/2014/main" id="{7E762538-DE37-7746-8A90-CA47C35EB31A}"/>
                  </a:ext>
                </a:extLst>
              </p:cNvPr>
              <p:cNvSpPr/>
              <p:nvPr/>
            </p:nvSpPr>
            <p:spPr>
              <a:xfrm>
                <a:off x="2509521" y="2412257"/>
                <a:ext cx="1325932" cy="1335464"/>
              </a:xfrm>
              <a:prstGeom prst="oc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19" name="Graphic 18">
              <a:extLst>
                <a:ext uri="{FF2B5EF4-FFF2-40B4-BE49-F238E27FC236}">
                  <a16:creationId xmlns:a16="http://schemas.microsoft.com/office/drawing/2014/main" id="{05A988F2-0FC6-2B42-842F-A50E67776A6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041214" y="1418433"/>
              <a:ext cx="393821" cy="516890"/>
            </a:xfrm>
            <a:prstGeom prst="rect">
              <a:avLst/>
            </a:prstGeom>
          </p:spPr>
        </p:pic>
      </p:grpSp>
      <p:grpSp>
        <p:nvGrpSpPr>
          <p:cNvPr id="77" name="Group 76">
            <a:extLst>
              <a:ext uri="{FF2B5EF4-FFF2-40B4-BE49-F238E27FC236}">
                <a16:creationId xmlns:a16="http://schemas.microsoft.com/office/drawing/2014/main" id="{AF9E0C78-A0E5-1142-8D0E-AF386A57A746}"/>
              </a:ext>
            </a:extLst>
          </p:cNvPr>
          <p:cNvGrpSpPr/>
          <p:nvPr/>
        </p:nvGrpSpPr>
        <p:grpSpPr>
          <a:xfrm>
            <a:off x="1899921" y="3479696"/>
            <a:ext cx="3952238" cy="593773"/>
            <a:chOff x="1899921" y="3022496"/>
            <a:chExt cx="3952238" cy="593773"/>
          </a:xfrm>
        </p:grpSpPr>
        <p:sp>
          <p:nvSpPr>
            <p:cNvPr id="45" name="TextBox 44">
              <a:extLst>
                <a:ext uri="{FF2B5EF4-FFF2-40B4-BE49-F238E27FC236}">
                  <a16:creationId xmlns:a16="http://schemas.microsoft.com/office/drawing/2014/main" id="{59F53ADB-26FA-A444-AC4D-8B09AF7D8B21}"/>
                </a:ext>
              </a:extLst>
            </p:cNvPr>
            <p:cNvSpPr txBox="1"/>
            <p:nvPr/>
          </p:nvSpPr>
          <p:spPr>
            <a:xfrm>
              <a:off x="2642135" y="3163183"/>
              <a:ext cx="30716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</a:schemeClr>
                  </a:solidFill>
                </a:rPr>
                <a:t>Provision certificate</a:t>
              </a:r>
            </a:p>
          </p:txBody>
        </p:sp>
        <p:cxnSp>
          <p:nvCxnSpPr>
            <p:cNvPr id="46" name="Straight Arrow Connector 45">
              <a:extLst>
                <a:ext uri="{FF2B5EF4-FFF2-40B4-BE49-F238E27FC236}">
                  <a16:creationId xmlns:a16="http://schemas.microsoft.com/office/drawing/2014/main" id="{B567D841-2701-904A-9DEA-61F1CAC31FBC}"/>
                </a:ext>
              </a:extLst>
            </p:cNvPr>
            <p:cNvCxnSpPr/>
            <p:nvPr/>
          </p:nvCxnSpPr>
          <p:spPr>
            <a:xfrm>
              <a:off x="1899921" y="3616269"/>
              <a:ext cx="3952238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47" name="Group 46">
              <a:extLst>
                <a:ext uri="{FF2B5EF4-FFF2-40B4-BE49-F238E27FC236}">
                  <a16:creationId xmlns:a16="http://schemas.microsoft.com/office/drawing/2014/main" id="{0866CCD9-95DA-F748-81A9-E44500AC0646}"/>
                </a:ext>
              </a:extLst>
            </p:cNvPr>
            <p:cNvGrpSpPr/>
            <p:nvPr/>
          </p:nvGrpSpPr>
          <p:grpSpPr>
            <a:xfrm>
              <a:off x="2171488" y="3160932"/>
              <a:ext cx="355599" cy="371583"/>
              <a:chOff x="2509521" y="2412257"/>
              <a:chExt cx="1325933" cy="1335464"/>
            </a:xfrm>
          </p:grpSpPr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5B423AAF-C31F-C14B-B308-7A365287217A}"/>
                  </a:ext>
                </a:extLst>
              </p:cNvPr>
              <p:cNvSpPr txBox="1"/>
              <p:nvPr/>
            </p:nvSpPr>
            <p:spPr>
              <a:xfrm>
                <a:off x="2509521" y="2416300"/>
                <a:ext cx="1325933" cy="1327374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  <p:sp>
            <p:nvSpPr>
              <p:cNvPr id="53" name="Octagon 52">
                <a:extLst>
                  <a:ext uri="{FF2B5EF4-FFF2-40B4-BE49-F238E27FC236}">
                    <a16:creationId xmlns:a16="http://schemas.microsoft.com/office/drawing/2014/main" id="{2A77AC19-BCF7-2A4B-9685-52B49F7DA295}"/>
                  </a:ext>
                </a:extLst>
              </p:cNvPr>
              <p:cNvSpPr/>
              <p:nvPr/>
            </p:nvSpPr>
            <p:spPr>
              <a:xfrm>
                <a:off x="2509521" y="2412257"/>
                <a:ext cx="1325932" cy="1335464"/>
              </a:xfrm>
              <a:prstGeom prst="oc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48" name="Graphic 47">
              <a:extLst>
                <a:ext uri="{FF2B5EF4-FFF2-40B4-BE49-F238E27FC236}">
                  <a16:creationId xmlns:a16="http://schemas.microsoft.com/office/drawing/2014/main" id="{AED9A831-8953-2449-8EC5-7B77C284F92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041214" y="3022496"/>
              <a:ext cx="393821" cy="516890"/>
            </a:xfrm>
            <a:prstGeom prst="rect">
              <a:avLst/>
            </a:prstGeom>
          </p:spPr>
        </p:pic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2EA669AB-A3D3-C944-B698-AC62E5E64A55}"/>
              </a:ext>
            </a:extLst>
          </p:cNvPr>
          <p:cNvGrpSpPr/>
          <p:nvPr/>
        </p:nvGrpSpPr>
        <p:grpSpPr>
          <a:xfrm>
            <a:off x="1899921" y="2661878"/>
            <a:ext cx="3952238" cy="615974"/>
            <a:chOff x="1899921" y="2204678"/>
            <a:chExt cx="3952238" cy="615974"/>
          </a:xfrm>
        </p:grpSpPr>
        <p:grpSp>
          <p:nvGrpSpPr>
            <p:cNvPr id="54" name="Group 53">
              <a:extLst>
                <a:ext uri="{FF2B5EF4-FFF2-40B4-BE49-F238E27FC236}">
                  <a16:creationId xmlns:a16="http://schemas.microsoft.com/office/drawing/2014/main" id="{004D334F-7FBE-CD4E-AF79-094B5B6ECDCF}"/>
                </a:ext>
              </a:extLst>
            </p:cNvPr>
            <p:cNvGrpSpPr/>
            <p:nvPr/>
          </p:nvGrpSpPr>
          <p:grpSpPr>
            <a:xfrm>
              <a:off x="1899921" y="2366441"/>
              <a:ext cx="3952238" cy="454211"/>
              <a:chOff x="1899921" y="2366441"/>
              <a:chExt cx="3952238" cy="454211"/>
            </a:xfrm>
          </p:grpSpPr>
          <p:sp>
            <p:nvSpPr>
              <p:cNvPr id="36" name="TextBox 35">
                <a:extLst>
                  <a:ext uri="{FF2B5EF4-FFF2-40B4-BE49-F238E27FC236}">
                    <a16:creationId xmlns:a16="http://schemas.microsoft.com/office/drawing/2014/main" id="{B116A0FD-CA62-D549-A741-3A082DE463BD}"/>
                  </a:ext>
                </a:extLst>
              </p:cNvPr>
              <p:cNvSpPr txBox="1"/>
              <p:nvPr/>
            </p:nvSpPr>
            <p:spPr>
              <a:xfrm>
                <a:off x="2643617" y="2368692"/>
                <a:ext cx="30716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</a:rPr>
                  <a:t>Not activated certificate</a:t>
                </a:r>
              </a:p>
            </p:txBody>
          </p:sp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74213F51-46C4-C043-AB06-E2D430146673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99921" y="2806697"/>
                <a:ext cx="3952238" cy="13955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38" name="Group 37">
                <a:extLst>
                  <a:ext uri="{FF2B5EF4-FFF2-40B4-BE49-F238E27FC236}">
                    <a16:creationId xmlns:a16="http://schemas.microsoft.com/office/drawing/2014/main" id="{A223F58E-CBA0-4849-9E83-C57A1AA3C522}"/>
                  </a:ext>
                </a:extLst>
              </p:cNvPr>
              <p:cNvGrpSpPr/>
              <p:nvPr/>
            </p:nvGrpSpPr>
            <p:grpSpPr>
              <a:xfrm>
                <a:off x="2172970" y="2366441"/>
                <a:ext cx="355599" cy="371583"/>
                <a:chOff x="2509521" y="2412257"/>
                <a:chExt cx="1325933" cy="1335464"/>
              </a:xfrm>
            </p:grpSpPr>
            <p:sp>
              <p:nvSpPr>
                <p:cNvPr id="40" name="TextBox 39">
                  <a:extLst>
                    <a:ext uri="{FF2B5EF4-FFF2-40B4-BE49-F238E27FC236}">
                      <a16:creationId xmlns:a16="http://schemas.microsoft.com/office/drawing/2014/main" id="{BFD0F368-F143-144A-8C70-B0E1D7E79D34}"/>
                    </a:ext>
                  </a:extLst>
                </p:cNvPr>
                <p:cNvSpPr txBox="1"/>
                <p:nvPr/>
              </p:nvSpPr>
              <p:spPr>
                <a:xfrm>
                  <a:off x="2509521" y="2416300"/>
                  <a:ext cx="1325933" cy="132737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en-US" dirty="0">
                      <a:solidFill>
                        <a:srgbClr val="C00000"/>
                      </a:solidFill>
                    </a:rPr>
                    <a:t>2</a:t>
                  </a:r>
                </a:p>
              </p:txBody>
            </p:sp>
            <p:sp>
              <p:nvSpPr>
                <p:cNvPr id="43" name="Octagon 42">
                  <a:extLst>
                    <a:ext uri="{FF2B5EF4-FFF2-40B4-BE49-F238E27FC236}">
                      <a16:creationId xmlns:a16="http://schemas.microsoft.com/office/drawing/2014/main" id="{69F27798-1987-EC4A-A8A6-607F165076C4}"/>
                    </a:ext>
                  </a:extLst>
                </p:cNvPr>
                <p:cNvSpPr/>
                <p:nvPr/>
              </p:nvSpPr>
              <p:spPr>
                <a:xfrm>
                  <a:off x="2509521" y="2412257"/>
                  <a:ext cx="1325932" cy="1335464"/>
                </a:xfrm>
                <a:prstGeom prst="octagon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58" name="Graphic 57">
              <a:extLst>
                <a:ext uri="{FF2B5EF4-FFF2-40B4-BE49-F238E27FC236}">
                  <a16:creationId xmlns:a16="http://schemas.microsoft.com/office/drawing/2014/main" id="{FF44F079-B716-2C49-9D97-75946B7C7274}"/>
                </a:ext>
              </a:extLst>
            </p:cNvPr>
            <p:cNvPicPr>
              <a:picLocks noChangeAspect="1"/>
            </p:cNvPicPr>
            <p:nvPr/>
          </p:nvPicPr>
          <p:blipFill>
            <a:blip r:embed="rId10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p:blipFill>
          <p:spPr>
            <a:xfrm>
              <a:off x="5041214" y="2204678"/>
              <a:ext cx="425351" cy="558273"/>
            </a:xfrm>
            <a:prstGeom prst="rect">
              <a:avLst/>
            </a:prstGeom>
          </p:spPr>
        </p:pic>
      </p:grpSp>
      <p:pic>
        <p:nvPicPr>
          <p:cNvPr id="56" name="Graphic 55">
            <a:extLst>
              <a:ext uri="{FF2B5EF4-FFF2-40B4-BE49-F238E27FC236}">
                <a16:creationId xmlns:a16="http://schemas.microsoft.com/office/drawing/2014/main" id="{70C605DF-0328-B340-86F3-6AAD5D365CA5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p:blipFill>
        <p:spPr>
          <a:xfrm>
            <a:off x="6099341" y="3751178"/>
            <a:ext cx="644581" cy="644581"/>
          </a:xfrm>
          <a:prstGeom prst="rect">
            <a:avLst/>
          </a:prstGeom>
        </p:spPr>
      </p:pic>
      <p:grpSp>
        <p:nvGrpSpPr>
          <p:cNvPr id="79" name="Group 78">
            <a:extLst>
              <a:ext uri="{FF2B5EF4-FFF2-40B4-BE49-F238E27FC236}">
                <a16:creationId xmlns:a16="http://schemas.microsoft.com/office/drawing/2014/main" id="{AD80646F-87E6-5247-8D44-18A67FEFA259}"/>
              </a:ext>
            </a:extLst>
          </p:cNvPr>
          <p:cNvGrpSpPr/>
          <p:nvPr/>
        </p:nvGrpSpPr>
        <p:grpSpPr>
          <a:xfrm>
            <a:off x="1899921" y="4252172"/>
            <a:ext cx="3952238" cy="595863"/>
            <a:chOff x="1899921" y="3794972"/>
            <a:chExt cx="3952238" cy="595863"/>
          </a:xfrm>
        </p:grpSpPr>
        <p:grpSp>
          <p:nvGrpSpPr>
            <p:cNvPr id="61" name="Group 60">
              <a:extLst>
                <a:ext uri="{FF2B5EF4-FFF2-40B4-BE49-F238E27FC236}">
                  <a16:creationId xmlns:a16="http://schemas.microsoft.com/office/drawing/2014/main" id="{20A610E4-D711-D747-AE8F-A71CA3FD17A1}"/>
                </a:ext>
              </a:extLst>
            </p:cNvPr>
            <p:cNvGrpSpPr/>
            <p:nvPr/>
          </p:nvGrpSpPr>
          <p:grpSpPr>
            <a:xfrm>
              <a:off x="1899921" y="3936624"/>
              <a:ext cx="3952238" cy="454211"/>
              <a:chOff x="1899921" y="2366441"/>
              <a:chExt cx="3952238" cy="454211"/>
            </a:xfrm>
          </p:grpSpPr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2C37C80B-4748-4746-B0C1-C0CF559B1C53}"/>
                  </a:ext>
                </a:extLst>
              </p:cNvPr>
              <p:cNvSpPr txBox="1"/>
              <p:nvPr/>
            </p:nvSpPr>
            <p:spPr>
              <a:xfrm>
                <a:off x="2643617" y="2368692"/>
                <a:ext cx="30716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</a:rPr>
                  <a:t>Provisioning accepted</a:t>
                </a:r>
              </a:p>
            </p:txBody>
          </p:sp>
          <p:cxnSp>
            <p:nvCxnSpPr>
              <p:cNvPr id="64" name="Straight Arrow Connector 63">
                <a:extLst>
                  <a:ext uri="{FF2B5EF4-FFF2-40B4-BE49-F238E27FC236}">
                    <a16:creationId xmlns:a16="http://schemas.microsoft.com/office/drawing/2014/main" id="{00214B02-3B61-9448-B0F7-F54E47758E24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99921" y="2806697"/>
                <a:ext cx="3952238" cy="13955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65" name="Group 64">
                <a:extLst>
                  <a:ext uri="{FF2B5EF4-FFF2-40B4-BE49-F238E27FC236}">
                    <a16:creationId xmlns:a16="http://schemas.microsoft.com/office/drawing/2014/main" id="{60414B43-5560-F241-AD52-817AC0BD4DFE}"/>
                  </a:ext>
                </a:extLst>
              </p:cNvPr>
              <p:cNvGrpSpPr/>
              <p:nvPr/>
            </p:nvGrpSpPr>
            <p:grpSpPr>
              <a:xfrm>
                <a:off x="2172970" y="2366441"/>
                <a:ext cx="355599" cy="371583"/>
                <a:chOff x="2509521" y="2412257"/>
                <a:chExt cx="1325933" cy="1335464"/>
              </a:xfrm>
            </p:grpSpPr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06E93CF9-144F-9A43-984D-941A98949A26}"/>
                    </a:ext>
                  </a:extLst>
                </p:cNvPr>
                <p:cNvSpPr txBox="1"/>
                <p:nvPr/>
              </p:nvSpPr>
              <p:spPr>
                <a:xfrm>
                  <a:off x="2509521" y="2416300"/>
                  <a:ext cx="1325933" cy="132737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en-US" dirty="0">
                      <a:solidFill>
                        <a:srgbClr val="C00000"/>
                      </a:solidFill>
                    </a:rPr>
                    <a:t>8</a:t>
                  </a:r>
                </a:p>
              </p:txBody>
            </p:sp>
            <p:sp>
              <p:nvSpPr>
                <p:cNvPr id="67" name="Octagon 66">
                  <a:extLst>
                    <a:ext uri="{FF2B5EF4-FFF2-40B4-BE49-F238E27FC236}">
                      <a16:creationId xmlns:a16="http://schemas.microsoft.com/office/drawing/2014/main" id="{80D6ECD7-A4AA-6C4B-9B9F-DFD90FA2A384}"/>
                    </a:ext>
                  </a:extLst>
                </p:cNvPr>
                <p:cNvSpPr/>
                <p:nvPr/>
              </p:nvSpPr>
              <p:spPr>
                <a:xfrm>
                  <a:off x="2509521" y="2412257"/>
                  <a:ext cx="1325932" cy="1335464"/>
                </a:xfrm>
                <a:prstGeom prst="octagon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59" name="Graphic 58">
              <a:extLst>
                <a:ext uri="{FF2B5EF4-FFF2-40B4-BE49-F238E27FC236}">
                  <a16:creationId xmlns:a16="http://schemas.microsoft.com/office/drawing/2014/main" id="{DD087563-C7B6-F64D-88E6-CF21D65092A9}"/>
                </a:ext>
              </a:extLst>
            </p:cNvPr>
            <p:cNvPicPr>
              <a:picLocks noChangeAspect="1"/>
            </p:cNvPicPr>
            <p:nvPr/>
          </p:nvPicPr>
          <p:blipFill>
            <a:blip r:embed="rId17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8"/>
                </a:ext>
              </a:extLst>
            </a:blip>
            <a:stretch>
              <a:fillRect/>
            </a:stretch>
          </p:blipFill>
          <p:spPr>
            <a:xfrm>
              <a:off x="5065217" y="3794972"/>
              <a:ext cx="377343" cy="512109"/>
            </a:xfrm>
            <a:prstGeom prst="rect">
              <a:avLst/>
            </a:prstGeom>
          </p:spPr>
        </p:pic>
      </p:grpSp>
      <p:pic>
        <p:nvPicPr>
          <p:cNvPr id="68" name="Graphic 67">
            <a:extLst>
              <a:ext uri="{FF2B5EF4-FFF2-40B4-BE49-F238E27FC236}">
                <a16:creationId xmlns:a16="http://schemas.microsoft.com/office/drawing/2014/main" id="{35D31C5D-CC78-7A4B-B44F-060E4165B997}"/>
              </a:ext>
            </a:extLst>
          </p:cNvPr>
          <p:cNvPicPr>
            <a:picLocks noChangeAspect="1"/>
          </p:cNvPicPr>
          <p:nvPr/>
        </p:nvPicPr>
        <p:blipFill>
          <a:blip r:embed="rId1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0"/>
              </a:ext>
            </a:extLst>
          </a:blip>
          <a:stretch>
            <a:fillRect/>
          </a:stretch>
        </p:blipFill>
        <p:spPr>
          <a:xfrm>
            <a:off x="6099341" y="5405490"/>
            <a:ext cx="638810" cy="638810"/>
          </a:xfrm>
          <a:prstGeom prst="rect">
            <a:avLst/>
          </a:prstGeom>
        </p:spPr>
      </p:pic>
      <p:cxnSp>
        <p:nvCxnSpPr>
          <p:cNvPr id="72" name="Straight Arrow Connector 71">
            <a:extLst>
              <a:ext uri="{FF2B5EF4-FFF2-40B4-BE49-F238E27FC236}">
                <a16:creationId xmlns:a16="http://schemas.microsoft.com/office/drawing/2014/main" id="{1DA2DF21-2FA5-4F47-B32E-8F73A2985ED7}"/>
              </a:ext>
            </a:extLst>
          </p:cNvPr>
          <p:cNvCxnSpPr>
            <a:stCxn id="56" idx="2"/>
            <a:endCxn id="68" idx="0"/>
          </p:cNvCxnSpPr>
          <p:nvPr/>
        </p:nvCxnSpPr>
        <p:spPr>
          <a:xfrm flipH="1">
            <a:off x="6418746" y="4395759"/>
            <a:ext cx="2886" cy="1009731"/>
          </a:xfrm>
          <a:prstGeom prst="straightConnector1">
            <a:avLst/>
          </a:prstGeom>
          <a:ln w="25400" cmpd="sng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3" name="TextBox 72">
            <a:extLst>
              <a:ext uri="{FF2B5EF4-FFF2-40B4-BE49-F238E27FC236}">
                <a16:creationId xmlns:a16="http://schemas.microsoft.com/office/drawing/2014/main" id="{1C3797DF-86CC-4846-9F62-6068ECA70128}"/>
              </a:ext>
            </a:extLst>
          </p:cNvPr>
          <p:cNvSpPr txBox="1"/>
          <p:nvPr/>
        </p:nvSpPr>
        <p:spPr>
          <a:xfrm>
            <a:off x="6761948" y="5405490"/>
            <a:ext cx="2018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Lambda validates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Provisioning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req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80" name="Group 79">
            <a:extLst>
              <a:ext uri="{FF2B5EF4-FFF2-40B4-BE49-F238E27FC236}">
                <a16:creationId xmlns:a16="http://schemas.microsoft.com/office/drawing/2014/main" id="{3323F6A7-FDAF-8D43-9987-319768F84A04}"/>
              </a:ext>
            </a:extLst>
          </p:cNvPr>
          <p:cNvGrpSpPr/>
          <p:nvPr/>
        </p:nvGrpSpPr>
        <p:grpSpPr>
          <a:xfrm>
            <a:off x="5964323" y="4779627"/>
            <a:ext cx="355599" cy="371583"/>
            <a:chOff x="2509521" y="2412257"/>
            <a:chExt cx="1325933" cy="1335464"/>
          </a:xfrm>
        </p:grpSpPr>
        <p:sp>
          <p:nvSpPr>
            <p:cNvPr id="81" name="TextBox 80">
              <a:extLst>
                <a:ext uri="{FF2B5EF4-FFF2-40B4-BE49-F238E27FC236}">
                  <a16:creationId xmlns:a16="http://schemas.microsoft.com/office/drawing/2014/main" id="{9CEF2BDD-2C39-FC41-848A-7FB910D59343}"/>
                </a:ext>
              </a:extLst>
            </p:cNvPr>
            <p:cNvSpPr txBox="1"/>
            <p:nvPr/>
          </p:nvSpPr>
          <p:spPr>
            <a:xfrm>
              <a:off x="2509521" y="2416300"/>
              <a:ext cx="1325933" cy="132737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82" name="Octagon 81">
              <a:extLst>
                <a:ext uri="{FF2B5EF4-FFF2-40B4-BE49-F238E27FC236}">
                  <a16:creationId xmlns:a16="http://schemas.microsoft.com/office/drawing/2014/main" id="{F7385A0D-9509-834E-9A0E-0FE2FAE19BF8}"/>
                </a:ext>
              </a:extLst>
            </p:cNvPr>
            <p:cNvSpPr/>
            <p:nvPr/>
          </p:nvSpPr>
          <p:spPr>
            <a:xfrm>
              <a:off x="2509521" y="2412257"/>
              <a:ext cx="1325932" cy="1335464"/>
            </a:xfrm>
            <a:prstGeom prst="oc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84" name="Graphic 83">
            <a:extLst>
              <a:ext uri="{FF2B5EF4-FFF2-40B4-BE49-F238E27FC236}">
                <a16:creationId xmlns:a16="http://schemas.microsoft.com/office/drawing/2014/main" id="{28AFC8F3-9209-F74B-A445-179702599A6A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7881977" y="4653369"/>
            <a:ext cx="624097" cy="624097"/>
          </a:xfrm>
          <a:prstGeom prst="rect">
            <a:avLst/>
          </a:prstGeom>
        </p:spPr>
      </p:pic>
      <p:pic>
        <p:nvPicPr>
          <p:cNvPr id="85" name="Graphic 84">
            <a:extLst>
              <a:ext uri="{FF2B5EF4-FFF2-40B4-BE49-F238E27FC236}">
                <a16:creationId xmlns:a16="http://schemas.microsoft.com/office/drawing/2014/main" id="{78CA4E2F-B5F7-6F4F-9DCF-D3B760D327DD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7962966" y="2786677"/>
            <a:ext cx="462122" cy="606535"/>
          </a:xfrm>
          <a:prstGeom prst="rect">
            <a:avLst/>
          </a:prstGeom>
        </p:spPr>
      </p:pic>
      <p:pic>
        <p:nvPicPr>
          <p:cNvPr id="86" name="Graphic 85">
            <a:extLst>
              <a:ext uri="{FF2B5EF4-FFF2-40B4-BE49-F238E27FC236}">
                <a16:creationId xmlns:a16="http://schemas.microsoft.com/office/drawing/2014/main" id="{C6B024FE-90B7-B043-B465-D17C244F3F96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7981351" y="3826150"/>
            <a:ext cx="425351" cy="558273"/>
          </a:xfrm>
          <a:prstGeom prst="rect">
            <a:avLst/>
          </a:prstGeom>
        </p:spPr>
      </p:pic>
      <p:cxnSp>
        <p:nvCxnSpPr>
          <p:cNvPr id="87" name="Straight Arrow Connector 86">
            <a:extLst>
              <a:ext uri="{FF2B5EF4-FFF2-40B4-BE49-F238E27FC236}">
                <a16:creationId xmlns:a16="http://schemas.microsoft.com/office/drawing/2014/main" id="{6D4E33ED-1651-7648-8391-B1475D320053}"/>
              </a:ext>
            </a:extLst>
          </p:cNvPr>
          <p:cNvCxnSpPr>
            <a:cxnSpLocks/>
            <a:stCxn id="56" idx="3"/>
            <a:endCxn id="84" idx="1"/>
          </p:cNvCxnSpPr>
          <p:nvPr/>
        </p:nvCxnSpPr>
        <p:spPr>
          <a:xfrm>
            <a:off x="6743922" y="4073469"/>
            <a:ext cx="1138055" cy="891949"/>
          </a:xfrm>
          <a:prstGeom prst="straightConnector1">
            <a:avLst/>
          </a:prstGeom>
          <a:ln w="25400" cmpd="sng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Arrow Connector 89">
            <a:extLst>
              <a:ext uri="{FF2B5EF4-FFF2-40B4-BE49-F238E27FC236}">
                <a16:creationId xmlns:a16="http://schemas.microsoft.com/office/drawing/2014/main" id="{7D981109-A31B-C14B-AE9D-DDFAEEE83EFD}"/>
              </a:ext>
            </a:extLst>
          </p:cNvPr>
          <p:cNvCxnSpPr>
            <a:cxnSpLocks/>
            <a:stCxn id="56" idx="3"/>
            <a:endCxn id="86" idx="1"/>
          </p:cNvCxnSpPr>
          <p:nvPr/>
        </p:nvCxnSpPr>
        <p:spPr>
          <a:xfrm>
            <a:off x="6743922" y="4073469"/>
            <a:ext cx="1237429" cy="31818"/>
          </a:xfrm>
          <a:prstGeom prst="straightConnector1">
            <a:avLst/>
          </a:prstGeom>
          <a:ln w="25400" cmpd="sng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3" name="Straight Arrow Connector 92">
            <a:extLst>
              <a:ext uri="{FF2B5EF4-FFF2-40B4-BE49-F238E27FC236}">
                <a16:creationId xmlns:a16="http://schemas.microsoft.com/office/drawing/2014/main" id="{D055411C-D7F1-BB47-AE9E-E52F540F77E9}"/>
              </a:ext>
            </a:extLst>
          </p:cNvPr>
          <p:cNvCxnSpPr>
            <a:cxnSpLocks/>
            <a:endCxn id="85" idx="1"/>
          </p:cNvCxnSpPr>
          <p:nvPr/>
        </p:nvCxnSpPr>
        <p:spPr>
          <a:xfrm flipV="1">
            <a:off x="6779627" y="3089945"/>
            <a:ext cx="1183339" cy="931450"/>
          </a:xfrm>
          <a:prstGeom prst="straightConnector1">
            <a:avLst/>
          </a:prstGeom>
          <a:ln w="25400" cmpd="sng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6" name="TextBox 95">
            <a:extLst>
              <a:ext uri="{FF2B5EF4-FFF2-40B4-BE49-F238E27FC236}">
                <a16:creationId xmlns:a16="http://schemas.microsoft.com/office/drawing/2014/main" id="{D7F02F09-3765-AA43-8037-8BE7BEFDEFEB}"/>
              </a:ext>
            </a:extLst>
          </p:cNvPr>
          <p:cNvSpPr txBox="1"/>
          <p:nvPr/>
        </p:nvSpPr>
        <p:spPr>
          <a:xfrm>
            <a:off x="6642367" y="2153818"/>
            <a:ext cx="1182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Bootstrap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policy</a:t>
            </a:r>
          </a:p>
        </p:txBody>
      </p:sp>
      <p:grpSp>
        <p:nvGrpSpPr>
          <p:cNvPr id="97" name="Group 96">
            <a:extLst>
              <a:ext uri="{FF2B5EF4-FFF2-40B4-BE49-F238E27FC236}">
                <a16:creationId xmlns:a16="http://schemas.microsoft.com/office/drawing/2014/main" id="{C97BF17E-9DDE-494B-B2F7-F91839A9BB35}"/>
              </a:ext>
            </a:extLst>
          </p:cNvPr>
          <p:cNvGrpSpPr/>
          <p:nvPr/>
        </p:nvGrpSpPr>
        <p:grpSpPr>
          <a:xfrm>
            <a:off x="6914868" y="4583740"/>
            <a:ext cx="355599" cy="371583"/>
            <a:chOff x="2509521" y="2412257"/>
            <a:chExt cx="1325933" cy="1335464"/>
          </a:xfrm>
        </p:grpSpPr>
        <p:sp>
          <p:nvSpPr>
            <p:cNvPr id="98" name="TextBox 97">
              <a:extLst>
                <a:ext uri="{FF2B5EF4-FFF2-40B4-BE49-F238E27FC236}">
                  <a16:creationId xmlns:a16="http://schemas.microsoft.com/office/drawing/2014/main" id="{6C97483E-150A-A34D-80B0-D8B3AA951EC4}"/>
                </a:ext>
              </a:extLst>
            </p:cNvPr>
            <p:cNvSpPr txBox="1"/>
            <p:nvPr/>
          </p:nvSpPr>
          <p:spPr>
            <a:xfrm>
              <a:off x="2509521" y="2416300"/>
              <a:ext cx="1325933" cy="132737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99" name="Octagon 98">
              <a:extLst>
                <a:ext uri="{FF2B5EF4-FFF2-40B4-BE49-F238E27FC236}">
                  <a16:creationId xmlns:a16="http://schemas.microsoft.com/office/drawing/2014/main" id="{5574745F-C4F5-3C4E-A947-61B7F4E36248}"/>
                </a:ext>
              </a:extLst>
            </p:cNvPr>
            <p:cNvSpPr/>
            <p:nvPr/>
          </p:nvSpPr>
          <p:spPr>
            <a:xfrm>
              <a:off x="2509521" y="2412257"/>
              <a:ext cx="1325932" cy="1335464"/>
            </a:xfrm>
            <a:prstGeom prst="oc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0" name="Group 99">
            <a:extLst>
              <a:ext uri="{FF2B5EF4-FFF2-40B4-BE49-F238E27FC236}">
                <a16:creationId xmlns:a16="http://schemas.microsoft.com/office/drawing/2014/main" id="{59F42790-FCB8-2D4C-8185-569DC6F34C5E}"/>
              </a:ext>
            </a:extLst>
          </p:cNvPr>
          <p:cNvGrpSpPr/>
          <p:nvPr/>
        </p:nvGrpSpPr>
        <p:grpSpPr>
          <a:xfrm>
            <a:off x="7478515" y="3613110"/>
            <a:ext cx="355599" cy="371583"/>
            <a:chOff x="2509521" y="2412257"/>
            <a:chExt cx="1325933" cy="1335464"/>
          </a:xfrm>
        </p:grpSpPr>
        <p:sp>
          <p:nvSpPr>
            <p:cNvPr id="101" name="TextBox 100">
              <a:extLst>
                <a:ext uri="{FF2B5EF4-FFF2-40B4-BE49-F238E27FC236}">
                  <a16:creationId xmlns:a16="http://schemas.microsoft.com/office/drawing/2014/main" id="{7D160AC8-CA35-5740-BE0B-817B6B8E2C48}"/>
                </a:ext>
              </a:extLst>
            </p:cNvPr>
            <p:cNvSpPr txBox="1"/>
            <p:nvPr/>
          </p:nvSpPr>
          <p:spPr>
            <a:xfrm>
              <a:off x="2509521" y="2416300"/>
              <a:ext cx="1325933" cy="132737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6</a:t>
              </a:r>
            </a:p>
          </p:txBody>
        </p:sp>
        <p:sp>
          <p:nvSpPr>
            <p:cNvPr id="102" name="Octagon 101">
              <a:extLst>
                <a:ext uri="{FF2B5EF4-FFF2-40B4-BE49-F238E27FC236}">
                  <a16:creationId xmlns:a16="http://schemas.microsoft.com/office/drawing/2014/main" id="{6D7768DC-083C-6648-BD0B-F1C0294E43DB}"/>
                </a:ext>
              </a:extLst>
            </p:cNvPr>
            <p:cNvSpPr/>
            <p:nvPr/>
          </p:nvSpPr>
          <p:spPr>
            <a:xfrm>
              <a:off x="2509521" y="2412257"/>
              <a:ext cx="1325932" cy="1335464"/>
            </a:xfrm>
            <a:prstGeom prst="oc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03" name="Group 102">
            <a:extLst>
              <a:ext uri="{FF2B5EF4-FFF2-40B4-BE49-F238E27FC236}">
                <a16:creationId xmlns:a16="http://schemas.microsoft.com/office/drawing/2014/main" id="{E49C9CA2-97DA-874C-B2A5-8D5AD7913B2A}"/>
              </a:ext>
            </a:extLst>
          </p:cNvPr>
          <p:cNvGrpSpPr/>
          <p:nvPr/>
        </p:nvGrpSpPr>
        <p:grpSpPr>
          <a:xfrm>
            <a:off x="7104621" y="3054429"/>
            <a:ext cx="355599" cy="371583"/>
            <a:chOff x="2509521" y="2412257"/>
            <a:chExt cx="1325933" cy="1335464"/>
          </a:xfrm>
        </p:grpSpPr>
        <p:sp>
          <p:nvSpPr>
            <p:cNvPr id="104" name="TextBox 103">
              <a:extLst>
                <a:ext uri="{FF2B5EF4-FFF2-40B4-BE49-F238E27FC236}">
                  <a16:creationId xmlns:a16="http://schemas.microsoft.com/office/drawing/2014/main" id="{EB42EFD3-8651-0548-BA88-2F622B0BD92F}"/>
                </a:ext>
              </a:extLst>
            </p:cNvPr>
            <p:cNvSpPr txBox="1"/>
            <p:nvPr/>
          </p:nvSpPr>
          <p:spPr>
            <a:xfrm>
              <a:off x="2509521" y="2416300"/>
              <a:ext cx="1325933" cy="132737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7</a:t>
              </a:r>
            </a:p>
          </p:txBody>
        </p:sp>
        <p:sp>
          <p:nvSpPr>
            <p:cNvPr id="105" name="Octagon 104">
              <a:extLst>
                <a:ext uri="{FF2B5EF4-FFF2-40B4-BE49-F238E27FC236}">
                  <a16:creationId xmlns:a16="http://schemas.microsoft.com/office/drawing/2014/main" id="{50351C7F-0FC6-A74C-918E-059E84BE266E}"/>
                </a:ext>
              </a:extLst>
            </p:cNvPr>
            <p:cNvSpPr/>
            <p:nvPr/>
          </p:nvSpPr>
          <p:spPr>
            <a:xfrm>
              <a:off x="2509521" y="2412257"/>
              <a:ext cx="1325932" cy="1335464"/>
            </a:xfrm>
            <a:prstGeom prst="oc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07" name="Straight Connector 106">
            <a:extLst>
              <a:ext uri="{FF2B5EF4-FFF2-40B4-BE49-F238E27FC236}">
                <a16:creationId xmlns:a16="http://schemas.microsoft.com/office/drawing/2014/main" id="{DBB64C6E-C4BC-9F44-BC6E-8C59C58F3BEF}"/>
              </a:ext>
            </a:extLst>
          </p:cNvPr>
          <p:cNvCxnSpPr/>
          <p:nvPr/>
        </p:nvCxnSpPr>
        <p:spPr>
          <a:xfrm>
            <a:off x="271105" y="5277466"/>
            <a:ext cx="1628816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Curved Left Arrow 109">
            <a:extLst>
              <a:ext uri="{FF2B5EF4-FFF2-40B4-BE49-F238E27FC236}">
                <a16:creationId xmlns:a16="http://schemas.microsoft.com/office/drawing/2014/main" id="{A549FB59-13DE-1444-8078-0F6611F31858}"/>
              </a:ext>
            </a:extLst>
          </p:cNvPr>
          <p:cNvSpPr/>
          <p:nvPr/>
        </p:nvSpPr>
        <p:spPr>
          <a:xfrm>
            <a:off x="1899921" y="4965417"/>
            <a:ext cx="449366" cy="759478"/>
          </a:xfrm>
          <a:prstGeom prst="curvedLef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1" name="TextBox 110">
            <a:extLst>
              <a:ext uri="{FF2B5EF4-FFF2-40B4-BE49-F238E27FC236}">
                <a16:creationId xmlns:a16="http://schemas.microsoft.com/office/drawing/2014/main" id="{6C4AC793-5376-1141-8354-74B0554BB529}"/>
              </a:ext>
            </a:extLst>
          </p:cNvPr>
          <p:cNvSpPr txBox="1"/>
          <p:nvPr/>
        </p:nvSpPr>
        <p:spPr>
          <a:xfrm>
            <a:off x="2325368" y="5691613"/>
            <a:ext cx="287261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Reboot with new certificate</a:t>
            </a:r>
          </a:p>
        </p:txBody>
      </p:sp>
      <p:grpSp>
        <p:nvGrpSpPr>
          <p:cNvPr id="112" name="Group 111">
            <a:extLst>
              <a:ext uri="{FF2B5EF4-FFF2-40B4-BE49-F238E27FC236}">
                <a16:creationId xmlns:a16="http://schemas.microsoft.com/office/drawing/2014/main" id="{24A2A30F-23DF-3B4C-93C0-4232F81BD5DB}"/>
              </a:ext>
            </a:extLst>
          </p:cNvPr>
          <p:cNvGrpSpPr/>
          <p:nvPr/>
        </p:nvGrpSpPr>
        <p:grpSpPr>
          <a:xfrm>
            <a:off x="2490892" y="5259967"/>
            <a:ext cx="355599" cy="371583"/>
            <a:chOff x="2509521" y="2412257"/>
            <a:chExt cx="1325933" cy="1335464"/>
          </a:xfrm>
        </p:grpSpPr>
        <p:sp>
          <p:nvSpPr>
            <p:cNvPr id="113" name="TextBox 112">
              <a:extLst>
                <a:ext uri="{FF2B5EF4-FFF2-40B4-BE49-F238E27FC236}">
                  <a16:creationId xmlns:a16="http://schemas.microsoft.com/office/drawing/2014/main" id="{F3E251B2-44F6-5D4B-B76C-B222F51ED9AD}"/>
                </a:ext>
              </a:extLst>
            </p:cNvPr>
            <p:cNvSpPr txBox="1"/>
            <p:nvPr/>
          </p:nvSpPr>
          <p:spPr>
            <a:xfrm>
              <a:off x="2509521" y="2416300"/>
              <a:ext cx="1325933" cy="132737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9</a:t>
              </a:r>
            </a:p>
          </p:txBody>
        </p:sp>
        <p:sp>
          <p:nvSpPr>
            <p:cNvPr id="114" name="Octagon 113">
              <a:extLst>
                <a:ext uri="{FF2B5EF4-FFF2-40B4-BE49-F238E27FC236}">
                  <a16:creationId xmlns:a16="http://schemas.microsoft.com/office/drawing/2014/main" id="{AE32C887-EF21-7340-B0B8-EF0AB460E8BF}"/>
                </a:ext>
              </a:extLst>
            </p:cNvPr>
            <p:cNvSpPr/>
            <p:nvPr/>
          </p:nvSpPr>
          <p:spPr>
            <a:xfrm>
              <a:off x="2509521" y="2412257"/>
              <a:ext cx="1325932" cy="1335464"/>
            </a:xfrm>
            <a:prstGeom prst="oc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9709850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8000">
        <p:cut/>
      </p:transition>
    </mc:Choice>
    <mc:Fallback xmlns="">
      <p:transition advClick="0" advTm="8000">
        <p:cut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718"/>
            <a:ext cx="9143999" cy="67811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First work then beer (tavern)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667DD0B-7C88-3B4C-9336-25D0B172D4E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>
                    <a14:imgEffect>
                      <a14:backgroundRemoval t="0" b="98214" l="0" r="100000">
                        <a14:foregroundMark x1="23143" y1="43929" x2="23143" y2="43929"/>
                        <a14:foregroundMark x1="24286" y1="43929" x2="24286" y2="43929"/>
                        <a14:foregroundMark x1="23143" y1="50000" x2="23143" y2="50000"/>
                        <a14:foregroundMark x1="23429" y1="53571" x2="23429" y2="53571"/>
                        <a14:foregroundMark x1="25143" y1="53929" x2="25143" y2="53929"/>
                        <a14:foregroundMark x1="30000" y1="59643" x2="30000" y2="59643"/>
                        <a14:foregroundMark x1="75714" y1="48929" x2="75714" y2="48929"/>
                        <a14:foregroundMark x1="76000" y1="55357" x2="76000" y2="55357"/>
                        <a14:foregroundMark x1="74571" y1="62857" x2="74571" y2="62857"/>
                        <a14:foregroundMark x1="76000" y1="60357" x2="76000" y2="60357"/>
                        <a14:foregroundMark x1="64286" y1="65714" x2="64286" y2="65714"/>
                        <a14:foregroundMark x1="85143" y1="56071" x2="85143" y2="56071"/>
                        <a14:foregroundMark x1="21429" y1="14643" x2="21429" y2="14643"/>
                        <a14:foregroundMark x1="16286" y1="14643" x2="16286" y2="14643"/>
                        <a14:foregroundMark x1="32000" y1="12857" x2="32000" y2="12857"/>
                        <a14:foregroundMark x1="27143" y1="14286" x2="27143" y2="14286"/>
                        <a14:foregroundMark x1="24286" y1="15357" x2="24286" y2="15357"/>
                        <a14:foregroundMark x1="22000" y1="10357" x2="22000" y2="10357"/>
                        <a14:foregroundMark x1="70286" y1="13571" x2="70286" y2="13571"/>
                        <a14:foregroundMark x1="66286" y1="11071" x2="66286" y2="11071"/>
                        <a14:foregroundMark x1="75714" y1="15714" x2="75714" y2="15714"/>
                        <a14:foregroundMark x1="84000" y1="14643" x2="84000" y2="14643"/>
                        <a14:backgroundMark x1="11143" y1="7857" x2="11143" y2="7857"/>
                        <a14:backgroundMark x1="21429" y1="1786" x2="21429" y2="1786"/>
                        <a14:backgroundMark x1="58571" y1="10714" x2="58571" y2="10714"/>
                        <a14:backgroundMark x1="55143" y1="41429" x2="55143" y2="41429"/>
                        <a14:backgroundMark x1="66000" y1="45714" x2="66000" y2="45714"/>
                        <a14:backgroundMark x1="67714" y1="51429" x2="67714" y2="51429"/>
                        <a14:backgroundMark x1="72286" y1="52500" x2="72286" y2="52500"/>
                        <a14:backgroundMark x1="81143" y1="57143" x2="81143" y2="57143"/>
                        <a14:backgroundMark x1="30857" y1="43929" x2="30857" y2="43929"/>
                        <a14:backgroundMark x1="77714" y1="14286" x2="77714" y2="14286"/>
                        <a14:backgroundMark x1="40286" y1="12500" x2="40286" y2="12500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87434" y="1775968"/>
            <a:ext cx="4369129" cy="35019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098081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8000">
        <p:cut/>
      </p:transition>
    </mc:Choice>
    <mc:Fallback xmlns="">
      <p:transition advClick="0" advTm="8000">
        <p:cut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718"/>
            <a:ext cx="9143999" cy="67811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Fleet Provisioning testing with </a:t>
            </a:r>
            <a:r>
              <a:rPr lang="en-US" sz="3600" b="1" dirty="0">
                <a:solidFill>
                  <a:srgbClr val="0070C0"/>
                </a:solidFill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tavern</a:t>
            </a:r>
            <a:endParaRPr lang="en-US" sz="3600" b="1" dirty="0">
              <a:solidFill>
                <a:srgbClr val="0070C0"/>
              </a:solidFill>
            </a:endParaRPr>
          </a:p>
        </p:txBody>
      </p:sp>
      <p:pic>
        <p:nvPicPr>
          <p:cNvPr id="4" name="Graphic 3">
            <a:extLst>
              <a:ext uri="{FF2B5EF4-FFF2-40B4-BE49-F238E27FC236}">
                <a16:creationId xmlns:a16="http://schemas.microsoft.com/office/drawing/2014/main" id="{315DE95F-AF17-184A-8AD0-FDDE3C477D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88746" y="1260879"/>
            <a:ext cx="1206366" cy="402122"/>
          </a:xfrm>
          <a:prstGeom prst="rect">
            <a:avLst/>
          </a:prstGeom>
        </p:spPr>
      </p:pic>
      <p:pic>
        <p:nvPicPr>
          <p:cNvPr id="76" name="Picture 75">
            <a:extLst>
              <a:ext uri="{FF2B5EF4-FFF2-40B4-BE49-F238E27FC236}">
                <a16:creationId xmlns:a16="http://schemas.microsoft.com/office/drawing/2014/main" id="{653E67B9-2DD7-4940-BB3B-96B974C8126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ackgroundRemoval t="9973" b="89937" l="1693" r="99093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14868" y="1162081"/>
            <a:ext cx="934164" cy="623027"/>
          </a:xfrm>
          <a:prstGeom prst="rect">
            <a:avLst/>
          </a:prstGeom>
        </p:spPr>
      </p:pic>
      <p:sp>
        <p:nvSpPr>
          <p:cNvPr id="77" name="TextBox 76">
            <a:extLst>
              <a:ext uri="{FF2B5EF4-FFF2-40B4-BE49-F238E27FC236}">
                <a16:creationId xmlns:a16="http://schemas.microsoft.com/office/drawing/2014/main" id="{7BC0C0A0-9FB2-264B-B3C3-6B3FD88BBD95}"/>
              </a:ext>
            </a:extLst>
          </p:cNvPr>
          <p:cNvSpPr txBox="1"/>
          <p:nvPr/>
        </p:nvSpPr>
        <p:spPr>
          <a:xfrm>
            <a:off x="231209" y="2251242"/>
            <a:ext cx="115910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Bootstrap certificate</a:t>
            </a:r>
          </a:p>
        </p:txBody>
      </p:sp>
      <p:sp>
        <p:nvSpPr>
          <p:cNvPr id="78" name="Rounded Rectangle 77">
            <a:extLst>
              <a:ext uri="{FF2B5EF4-FFF2-40B4-BE49-F238E27FC236}">
                <a16:creationId xmlns:a16="http://schemas.microsoft.com/office/drawing/2014/main" id="{3378ED8B-644D-1B4E-B041-A5239D37772B}"/>
              </a:ext>
            </a:extLst>
          </p:cNvPr>
          <p:cNvSpPr/>
          <p:nvPr/>
        </p:nvSpPr>
        <p:spPr>
          <a:xfrm>
            <a:off x="5852160" y="1849120"/>
            <a:ext cx="2791351" cy="45008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79" name="Graphic 78">
            <a:extLst>
              <a:ext uri="{FF2B5EF4-FFF2-40B4-BE49-F238E27FC236}">
                <a16:creationId xmlns:a16="http://schemas.microsoft.com/office/drawing/2014/main" id="{9430CEDC-6B47-E847-8E27-ABEFAF51B6FE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414823" y="2469406"/>
            <a:ext cx="346595" cy="346595"/>
          </a:xfrm>
          <a:prstGeom prst="rect">
            <a:avLst/>
          </a:prstGeom>
        </p:spPr>
      </p:pic>
      <p:pic>
        <p:nvPicPr>
          <p:cNvPr id="80" name="Graphic 79">
            <a:extLst>
              <a:ext uri="{FF2B5EF4-FFF2-40B4-BE49-F238E27FC236}">
                <a16:creationId xmlns:a16="http://schemas.microsoft.com/office/drawing/2014/main" id="{404E5555-1F78-FD43-9437-53D804DE7AC7}"/>
              </a:ext>
            </a:extLst>
          </p:cNvPr>
          <p:cNvPicPr>
            <a:picLocks noChangeAspect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7962966" y="1967535"/>
            <a:ext cx="398283" cy="485181"/>
          </a:xfrm>
          <a:prstGeom prst="rect">
            <a:avLst/>
          </a:prstGeom>
        </p:spPr>
      </p:pic>
      <p:sp>
        <p:nvSpPr>
          <p:cNvPr id="81" name="Rounded Rectangle 80">
            <a:extLst>
              <a:ext uri="{FF2B5EF4-FFF2-40B4-BE49-F238E27FC236}">
                <a16:creationId xmlns:a16="http://schemas.microsoft.com/office/drawing/2014/main" id="{49E3E293-1900-2E40-B233-7F2924337581}"/>
              </a:ext>
            </a:extLst>
          </p:cNvPr>
          <p:cNvSpPr/>
          <p:nvPr/>
        </p:nvSpPr>
        <p:spPr>
          <a:xfrm>
            <a:off x="271105" y="1849120"/>
            <a:ext cx="1628816" cy="4500880"/>
          </a:xfrm>
          <a:prstGeom prst="round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82" name="Graphic 81">
            <a:extLst>
              <a:ext uri="{FF2B5EF4-FFF2-40B4-BE49-F238E27FC236}">
                <a16:creationId xmlns:a16="http://schemas.microsoft.com/office/drawing/2014/main" id="{25B0C1B8-305C-8549-93CA-CCF48204C97B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6187685" y="2251242"/>
            <a:ext cx="462122" cy="606535"/>
          </a:xfrm>
          <a:prstGeom prst="rect">
            <a:avLst/>
          </a:prstGeom>
        </p:spPr>
      </p:pic>
      <p:pic>
        <p:nvPicPr>
          <p:cNvPr id="83" name="Graphic 82">
            <a:extLst>
              <a:ext uri="{FF2B5EF4-FFF2-40B4-BE49-F238E27FC236}">
                <a16:creationId xmlns:a16="http://schemas.microsoft.com/office/drawing/2014/main" id="{0E13F1FB-AEDB-3D43-82E0-EDB2494DE2C6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269761" y="5445759"/>
            <a:ext cx="425351" cy="558273"/>
          </a:xfrm>
          <a:prstGeom prst="rect">
            <a:avLst/>
          </a:prstGeom>
        </p:spPr>
      </p:pic>
      <p:grpSp>
        <p:nvGrpSpPr>
          <p:cNvPr id="85" name="Group 84">
            <a:extLst>
              <a:ext uri="{FF2B5EF4-FFF2-40B4-BE49-F238E27FC236}">
                <a16:creationId xmlns:a16="http://schemas.microsoft.com/office/drawing/2014/main" id="{116B5E2D-DB71-E04C-946A-71BC2824BCF2}"/>
              </a:ext>
            </a:extLst>
          </p:cNvPr>
          <p:cNvGrpSpPr/>
          <p:nvPr/>
        </p:nvGrpSpPr>
        <p:grpSpPr>
          <a:xfrm>
            <a:off x="1899921" y="1875633"/>
            <a:ext cx="3952238" cy="593773"/>
            <a:chOff x="1899921" y="1418433"/>
            <a:chExt cx="3952238" cy="593773"/>
          </a:xfrm>
        </p:grpSpPr>
        <p:sp>
          <p:nvSpPr>
            <p:cNvPr id="86" name="TextBox 85">
              <a:extLst>
                <a:ext uri="{FF2B5EF4-FFF2-40B4-BE49-F238E27FC236}">
                  <a16:creationId xmlns:a16="http://schemas.microsoft.com/office/drawing/2014/main" id="{D9234EC5-E6A2-3542-B548-13C7A31907F9}"/>
                </a:ext>
              </a:extLst>
            </p:cNvPr>
            <p:cNvSpPr txBox="1"/>
            <p:nvPr/>
          </p:nvSpPr>
          <p:spPr>
            <a:xfrm>
              <a:off x="2642135" y="1559120"/>
              <a:ext cx="30716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</a:schemeClr>
                  </a:solidFill>
                </a:rPr>
                <a:t>Get device certificate</a:t>
              </a:r>
            </a:p>
          </p:txBody>
        </p:sp>
        <p:cxnSp>
          <p:nvCxnSpPr>
            <p:cNvPr id="87" name="Straight Arrow Connector 86">
              <a:extLst>
                <a:ext uri="{FF2B5EF4-FFF2-40B4-BE49-F238E27FC236}">
                  <a16:creationId xmlns:a16="http://schemas.microsoft.com/office/drawing/2014/main" id="{AA424136-EE4A-9B44-BAD0-28F3464E7835}"/>
                </a:ext>
              </a:extLst>
            </p:cNvPr>
            <p:cNvCxnSpPr/>
            <p:nvPr/>
          </p:nvCxnSpPr>
          <p:spPr>
            <a:xfrm>
              <a:off x="1899921" y="2012206"/>
              <a:ext cx="3952238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F59FB1E-ED07-474A-AB27-A6E2B0719304}"/>
                </a:ext>
              </a:extLst>
            </p:cNvPr>
            <p:cNvGrpSpPr/>
            <p:nvPr/>
          </p:nvGrpSpPr>
          <p:grpSpPr>
            <a:xfrm>
              <a:off x="2171488" y="1556869"/>
              <a:ext cx="355599" cy="371583"/>
              <a:chOff x="2509521" y="2412257"/>
              <a:chExt cx="1325933" cy="1335464"/>
            </a:xfrm>
          </p:grpSpPr>
          <p:sp>
            <p:nvSpPr>
              <p:cNvPr id="90" name="TextBox 89">
                <a:extLst>
                  <a:ext uri="{FF2B5EF4-FFF2-40B4-BE49-F238E27FC236}">
                    <a16:creationId xmlns:a16="http://schemas.microsoft.com/office/drawing/2014/main" id="{5A3C4CD4-7827-4543-A908-96C2B34663C9}"/>
                  </a:ext>
                </a:extLst>
              </p:cNvPr>
              <p:cNvSpPr txBox="1"/>
              <p:nvPr/>
            </p:nvSpPr>
            <p:spPr>
              <a:xfrm>
                <a:off x="2509522" y="2895322"/>
                <a:ext cx="1325932" cy="369332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1</a:t>
                </a:r>
              </a:p>
            </p:txBody>
          </p:sp>
          <p:sp>
            <p:nvSpPr>
              <p:cNvPr id="91" name="Octagon 90">
                <a:extLst>
                  <a:ext uri="{FF2B5EF4-FFF2-40B4-BE49-F238E27FC236}">
                    <a16:creationId xmlns:a16="http://schemas.microsoft.com/office/drawing/2014/main" id="{2E52CA15-046E-4D41-89AB-DBE4B9F54D0F}"/>
                  </a:ext>
                </a:extLst>
              </p:cNvPr>
              <p:cNvSpPr/>
              <p:nvPr/>
            </p:nvSpPr>
            <p:spPr>
              <a:xfrm>
                <a:off x="2509521" y="2412257"/>
                <a:ext cx="1325932" cy="1335464"/>
              </a:xfrm>
              <a:prstGeom prst="oc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89" name="Graphic 88">
              <a:extLst>
                <a:ext uri="{FF2B5EF4-FFF2-40B4-BE49-F238E27FC236}">
                  <a16:creationId xmlns:a16="http://schemas.microsoft.com/office/drawing/2014/main" id="{B9CC1128-B2DD-0A4E-A791-FCF30142A691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41214" y="1418433"/>
              <a:ext cx="393821" cy="516890"/>
            </a:xfrm>
            <a:prstGeom prst="rect">
              <a:avLst/>
            </a:prstGeom>
          </p:spPr>
        </p:pic>
      </p:grpSp>
      <p:grpSp>
        <p:nvGrpSpPr>
          <p:cNvPr id="92" name="Group 91">
            <a:extLst>
              <a:ext uri="{FF2B5EF4-FFF2-40B4-BE49-F238E27FC236}">
                <a16:creationId xmlns:a16="http://schemas.microsoft.com/office/drawing/2014/main" id="{37B7100B-9775-A242-BD28-211EEC182A44}"/>
              </a:ext>
            </a:extLst>
          </p:cNvPr>
          <p:cNvGrpSpPr/>
          <p:nvPr/>
        </p:nvGrpSpPr>
        <p:grpSpPr>
          <a:xfrm>
            <a:off x="1899921" y="3479696"/>
            <a:ext cx="3952238" cy="593773"/>
            <a:chOff x="1899921" y="3022496"/>
            <a:chExt cx="3952238" cy="593773"/>
          </a:xfrm>
        </p:grpSpPr>
        <p:sp>
          <p:nvSpPr>
            <p:cNvPr id="93" name="TextBox 92">
              <a:extLst>
                <a:ext uri="{FF2B5EF4-FFF2-40B4-BE49-F238E27FC236}">
                  <a16:creationId xmlns:a16="http://schemas.microsoft.com/office/drawing/2014/main" id="{E7EC9A2A-C8E6-9548-915D-53B90251B68E}"/>
                </a:ext>
              </a:extLst>
            </p:cNvPr>
            <p:cNvSpPr txBox="1"/>
            <p:nvPr/>
          </p:nvSpPr>
          <p:spPr>
            <a:xfrm>
              <a:off x="2642135" y="3163183"/>
              <a:ext cx="3071611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chemeClr val="tx1">
                      <a:lumMod val="50000"/>
                    </a:schemeClr>
                  </a:solidFill>
                </a:rPr>
                <a:t>Provision certificate</a:t>
              </a:r>
            </a:p>
          </p:txBody>
        </p:sp>
        <p:cxnSp>
          <p:nvCxnSpPr>
            <p:cNvPr id="94" name="Straight Arrow Connector 93">
              <a:extLst>
                <a:ext uri="{FF2B5EF4-FFF2-40B4-BE49-F238E27FC236}">
                  <a16:creationId xmlns:a16="http://schemas.microsoft.com/office/drawing/2014/main" id="{A982BB71-D844-A74A-8C17-236982751DB7}"/>
                </a:ext>
              </a:extLst>
            </p:cNvPr>
            <p:cNvCxnSpPr/>
            <p:nvPr/>
          </p:nvCxnSpPr>
          <p:spPr>
            <a:xfrm>
              <a:off x="1899921" y="3616269"/>
              <a:ext cx="3952238" cy="0"/>
            </a:xfrm>
            <a:prstGeom prst="straightConnector1">
              <a:avLst/>
            </a:prstGeom>
            <a:ln w="254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5" name="Group 94">
              <a:extLst>
                <a:ext uri="{FF2B5EF4-FFF2-40B4-BE49-F238E27FC236}">
                  <a16:creationId xmlns:a16="http://schemas.microsoft.com/office/drawing/2014/main" id="{3F8D65EC-2A95-3840-BA7C-16B4661808C5}"/>
                </a:ext>
              </a:extLst>
            </p:cNvPr>
            <p:cNvGrpSpPr/>
            <p:nvPr/>
          </p:nvGrpSpPr>
          <p:grpSpPr>
            <a:xfrm>
              <a:off x="2171488" y="3160932"/>
              <a:ext cx="355599" cy="371583"/>
              <a:chOff x="2509521" y="2412257"/>
              <a:chExt cx="1325933" cy="1335464"/>
            </a:xfrm>
          </p:grpSpPr>
          <p:sp>
            <p:nvSpPr>
              <p:cNvPr id="97" name="TextBox 96">
                <a:extLst>
                  <a:ext uri="{FF2B5EF4-FFF2-40B4-BE49-F238E27FC236}">
                    <a16:creationId xmlns:a16="http://schemas.microsoft.com/office/drawing/2014/main" id="{3BB0264E-CA6A-9E4E-BD8A-B3746C7B60DC}"/>
                  </a:ext>
                </a:extLst>
              </p:cNvPr>
              <p:cNvSpPr txBox="1"/>
              <p:nvPr/>
            </p:nvSpPr>
            <p:spPr>
              <a:xfrm>
                <a:off x="2509521" y="2416300"/>
                <a:ext cx="1325933" cy="1327374"/>
              </a:xfrm>
              <a:prstGeom prst="rect">
                <a:avLst/>
              </a:prstGeom>
              <a:noFill/>
            </p:spPr>
            <p:txBody>
              <a:bodyPr wrap="square" rtlCol="0" anchor="ctr" anchorCtr="1">
                <a:spAutoFit/>
              </a:bodyPr>
              <a:lstStyle/>
              <a:p>
                <a:r>
                  <a:rPr lang="en-US" dirty="0">
                    <a:solidFill>
                      <a:srgbClr val="C00000"/>
                    </a:solidFill>
                  </a:rPr>
                  <a:t>3</a:t>
                </a:r>
              </a:p>
            </p:txBody>
          </p:sp>
          <p:sp>
            <p:nvSpPr>
              <p:cNvPr id="98" name="Octagon 97">
                <a:extLst>
                  <a:ext uri="{FF2B5EF4-FFF2-40B4-BE49-F238E27FC236}">
                    <a16:creationId xmlns:a16="http://schemas.microsoft.com/office/drawing/2014/main" id="{1D7A5C57-D87A-6741-9D25-ABE73C9CB705}"/>
                  </a:ext>
                </a:extLst>
              </p:cNvPr>
              <p:cNvSpPr/>
              <p:nvPr/>
            </p:nvSpPr>
            <p:spPr>
              <a:xfrm>
                <a:off x="2509521" y="2412257"/>
                <a:ext cx="1325932" cy="1335464"/>
              </a:xfrm>
              <a:prstGeom prst="octagon">
                <a:avLst/>
              </a:prstGeom>
              <a:noFill/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pic>
          <p:nvPicPr>
            <p:cNvPr id="96" name="Graphic 95">
              <a:extLst>
                <a:ext uri="{FF2B5EF4-FFF2-40B4-BE49-F238E27FC236}">
                  <a16:creationId xmlns:a16="http://schemas.microsoft.com/office/drawing/2014/main" id="{EF1457AF-F408-F94E-AA5C-E2D224D1651A}"/>
                </a:ext>
              </a:extLst>
            </p:cNvPr>
            <p:cNvPicPr>
              <a:picLocks noChangeAspect="1"/>
            </p:cNvPicPr>
            <p:nvPr/>
          </p:nvPicPr>
          <p:blipFill>
            <a:blip r:embed="rId15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6"/>
                </a:ext>
              </a:extLst>
            </a:blip>
            <a:stretch>
              <a:fillRect/>
            </a:stretch>
          </p:blipFill>
          <p:spPr>
            <a:xfrm>
              <a:off x="5041214" y="3022496"/>
              <a:ext cx="393821" cy="516890"/>
            </a:xfrm>
            <a:prstGeom prst="rect">
              <a:avLst/>
            </a:prstGeom>
          </p:spPr>
        </p:pic>
      </p:grpSp>
      <p:grpSp>
        <p:nvGrpSpPr>
          <p:cNvPr id="99" name="Group 98">
            <a:extLst>
              <a:ext uri="{FF2B5EF4-FFF2-40B4-BE49-F238E27FC236}">
                <a16:creationId xmlns:a16="http://schemas.microsoft.com/office/drawing/2014/main" id="{0B28975E-6FA1-3A4F-B48E-224FD44E2D81}"/>
              </a:ext>
            </a:extLst>
          </p:cNvPr>
          <p:cNvGrpSpPr/>
          <p:nvPr/>
        </p:nvGrpSpPr>
        <p:grpSpPr>
          <a:xfrm>
            <a:off x="1899921" y="2661878"/>
            <a:ext cx="3952238" cy="615974"/>
            <a:chOff x="1899921" y="2204678"/>
            <a:chExt cx="3952238" cy="615974"/>
          </a:xfrm>
        </p:grpSpPr>
        <p:grpSp>
          <p:nvGrpSpPr>
            <p:cNvPr id="100" name="Group 99">
              <a:extLst>
                <a:ext uri="{FF2B5EF4-FFF2-40B4-BE49-F238E27FC236}">
                  <a16:creationId xmlns:a16="http://schemas.microsoft.com/office/drawing/2014/main" id="{0941195B-6438-8249-A976-DD90AC69B0BA}"/>
                </a:ext>
              </a:extLst>
            </p:cNvPr>
            <p:cNvGrpSpPr/>
            <p:nvPr/>
          </p:nvGrpSpPr>
          <p:grpSpPr>
            <a:xfrm>
              <a:off x="1899921" y="2366441"/>
              <a:ext cx="3952238" cy="454211"/>
              <a:chOff x="1899921" y="2366441"/>
              <a:chExt cx="3952238" cy="454211"/>
            </a:xfrm>
          </p:grpSpPr>
          <p:sp>
            <p:nvSpPr>
              <p:cNvPr id="102" name="TextBox 101">
                <a:extLst>
                  <a:ext uri="{FF2B5EF4-FFF2-40B4-BE49-F238E27FC236}">
                    <a16:creationId xmlns:a16="http://schemas.microsoft.com/office/drawing/2014/main" id="{3A650EBE-3106-AF4C-B402-9542868B8310}"/>
                  </a:ext>
                </a:extLst>
              </p:cNvPr>
              <p:cNvSpPr txBox="1"/>
              <p:nvPr/>
            </p:nvSpPr>
            <p:spPr>
              <a:xfrm>
                <a:off x="2643617" y="2368692"/>
                <a:ext cx="30716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</a:rPr>
                  <a:t>Not activated certificate</a:t>
                </a:r>
              </a:p>
            </p:txBody>
          </p:sp>
          <p:cxnSp>
            <p:nvCxnSpPr>
              <p:cNvPr id="103" name="Straight Arrow Connector 102">
                <a:extLst>
                  <a:ext uri="{FF2B5EF4-FFF2-40B4-BE49-F238E27FC236}">
                    <a16:creationId xmlns:a16="http://schemas.microsoft.com/office/drawing/2014/main" id="{66D83BDD-5A32-2443-8D8D-BB13ADE7ADF1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99921" y="2806697"/>
                <a:ext cx="3952238" cy="13955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04" name="Group 103">
                <a:extLst>
                  <a:ext uri="{FF2B5EF4-FFF2-40B4-BE49-F238E27FC236}">
                    <a16:creationId xmlns:a16="http://schemas.microsoft.com/office/drawing/2014/main" id="{67248ACC-00ED-FA46-8328-8A1BCE1EF23E}"/>
                  </a:ext>
                </a:extLst>
              </p:cNvPr>
              <p:cNvGrpSpPr/>
              <p:nvPr/>
            </p:nvGrpSpPr>
            <p:grpSpPr>
              <a:xfrm>
                <a:off x="2172970" y="2366441"/>
                <a:ext cx="355599" cy="371583"/>
                <a:chOff x="2509521" y="2412257"/>
                <a:chExt cx="1325933" cy="1335464"/>
              </a:xfrm>
            </p:grpSpPr>
            <p:sp>
              <p:nvSpPr>
                <p:cNvPr id="105" name="TextBox 104">
                  <a:extLst>
                    <a:ext uri="{FF2B5EF4-FFF2-40B4-BE49-F238E27FC236}">
                      <a16:creationId xmlns:a16="http://schemas.microsoft.com/office/drawing/2014/main" id="{352C4703-AAB6-1F42-A686-75B18DDD25DB}"/>
                    </a:ext>
                  </a:extLst>
                </p:cNvPr>
                <p:cNvSpPr txBox="1"/>
                <p:nvPr/>
              </p:nvSpPr>
              <p:spPr>
                <a:xfrm>
                  <a:off x="2509521" y="2416300"/>
                  <a:ext cx="1325933" cy="132737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en-US" dirty="0">
                      <a:solidFill>
                        <a:srgbClr val="C00000"/>
                      </a:solidFill>
                    </a:rPr>
                    <a:t>2</a:t>
                  </a:r>
                </a:p>
              </p:txBody>
            </p:sp>
            <p:sp>
              <p:nvSpPr>
                <p:cNvPr id="106" name="Octagon 105">
                  <a:extLst>
                    <a:ext uri="{FF2B5EF4-FFF2-40B4-BE49-F238E27FC236}">
                      <a16:creationId xmlns:a16="http://schemas.microsoft.com/office/drawing/2014/main" id="{390EF0E9-AABE-9246-830F-87B38879EE74}"/>
                    </a:ext>
                  </a:extLst>
                </p:cNvPr>
                <p:cNvSpPr/>
                <p:nvPr/>
              </p:nvSpPr>
              <p:spPr>
                <a:xfrm>
                  <a:off x="2509521" y="2412257"/>
                  <a:ext cx="1325932" cy="1335464"/>
                </a:xfrm>
                <a:prstGeom prst="octagon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101" name="Graphic 100">
              <a:extLst>
                <a:ext uri="{FF2B5EF4-FFF2-40B4-BE49-F238E27FC236}">
                  <a16:creationId xmlns:a16="http://schemas.microsoft.com/office/drawing/2014/main" id="{7D0A8C1C-74BA-CD43-8535-46B1E772831B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5041214" y="2204678"/>
              <a:ext cx="425351" cy="558273"/>
            </a:xfrm>
            <a:prstGeom prst="rect">
              <a:avLst/>
            </a:prstGeom>
          </p:spPr>
        </p:pic>
      </p:grpSp>
      <p:pic>
        <p:nvPicPr>
          <p:cNvPr id="107" name="Graphic 106">
            <a:extLst>
              <a:ext uri="{FF2B5EF4-FFF2-40B4-BE49-F238E27FC236}">
                <a16:creationId xmlns:a16="http://schemas.microsoft.com/office/drawing/2014/main" id="{39AFE6B6-1E01-7344-BE62-F012215DF2AE}"/>
              </a:ext>
            </a:extLst>
          </p:cNvPr>
          <p:cNvPicPr>
            <a:picLocks noChangeAspect="1"/>
          </p:cNvPicPr>
          <p:nvPr/>
        </p:nvPicPr>
        <p:blipFill>
          <a:blip r:embed="rId1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8"/>
              </a:ext>
            </a:extLst>
          </a:blip>
          <a:stretch>
            <a:fillRect/>
          </a:stretch>
        </p:blipFill>
        <p:spPr>
          <a:xfrm>
            <a:off x="6099341" y="3751178"/>
            <a:ext cx="644581" cy="644581"/>
          </a:xfrm>
          <a:prstGeom prst="rect">
            <a:avLst/>
          </a:prstGeom>
        </p:spPr>
      </p:pic>
      <p:grpSp>
        <p:nvGrpSpPr>
          <p:cNvPr id="108" name="Group 107">
            <a:extLst>
              <a:ext uri="{FF2B5EF4-FFF2-40B4-BE49-F238E27FC236}">
                <a16:creationId xmlns:a16="http://schemas.microsoft.com/office/drawing/2014/main" id="{5D3C312F-EF5D-754C-A000-A995FA4119C0}"/>
              </a:ext>
            </a:extLst>
          </p:cNvPr>
          <p:cNvGrpSpPr/>
          <p:nvPr/>
        </p:nvGrpSpPr>
        <p:grpSpPr>
          <a:xfrm>
            <a:off x="1899921" y="4252172"/>
            <a:ext cx="3952238" cy="595863"/>
            <a:chOff x="1899921" y="3794972"/>
            <a:chExt cx="3952238" cy="595863"/>
          </a:xfrm>
        </p:grpSpPr>
        <p:grpSp>
          <p:nvGrpSpPr>
            <p:cNvPr id="109" name="Group 108">
              <a:extLst>
                <a:ext uri="{FF2B5EF4-FFF2-40B4-BE49-F238E27FC236}">
                  <a16:creationId xmlns:a16="http://schemas.microsoft.com/office/drawing/2014/main" id="{9E0DF7B8-8A51-5447-BB29-29256B03772B}"/>
                </a:ext>
              </a:extLst>
            </p:cNvPr>
            <p:cNvGrpSpPr/>
            <p:nvPr/>
          </p:nvGrpSpPr>
          <p:grpSpPr>
            <a:xfrm>
              <a:off x="1899921" y="3936624"/>
              <a:ext cx="3952238" cy="454211"/>
              <a:chOff x="1899921" y="2366441"/>
              <a:chExt cx="3952238" cy="454211"/>
            </a:xfrm>
          </p:grpSpPr>
          <p:sp>
            <p:nvSpPr>
              <p:cNvPr id="111" name="TextBox 110">
                <a:extLst>
                  <a:ext uri="{FF2B5EF4-FFF2-40B4-BE49-F238E27FC236}">
                    <a16:creationId xmlns:a16="http://schemas.microsoft.com/office/drawing/2014/main" id="{CBD7CCAF-5254-F04F-9340-E60196D9F0DF}"/>
                  </a:ext>
                </a:extLst>
              </p:cNvPr>
              <p:cNvSpPr txBox="1"/>
              <p:nvPr/>
            </p:nvSpPr>
            <p:spPr>
              <a:xfrm>
                <a:off x="2643617" y="2368692"/>
                <a:ext cx="30716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</a:rPr>
                  <a:t>Provisioning accepted</a:t>
                </a:r>
              </a:p>
            </p:txBody>
          </p:sp>
          <p:cxnSp>
            <p:nvCxnSpPr>
              <p:cNvPr id="112" name="Straight Arrow Connector 111">
                <a:extLst>
                  <a:ext uri="{FF2B5EF4-FFF2-40B4-BE49-F238E27FC236}">
                    <a16:creationId xmlns:a16="http://schemas.microsoft.com/office/drawing/2014/main" id="{E65CCE1A-2C30-7F4C-B9FE-DED2FE10C549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99921" y="2806697"/>
                <a:ext cx="3952238" cy="13955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13" name="Group 112">
                <a:extLst>
                  <a:ext uri="{FF2B5EF4-FFF2-40B4-BE49-F238E27FC236}">
                    <a16:creationId xmlns:a16="http://schemas.microsoft.com/office/drawing/2014/main" id="{4EB7B17B-323A-444B-BA4E-FB3F8B2D2FC6}"/>
                  </a:ext>
                </a:extLst>
              </p:cNvPr>
              <p:cNvGrpSpPr/>
              <p:nvPr/>
            </p:nvGrpSpPr>
            <p:grpSpPr>
              <a:xfrm>
                <a:off x="2172970" y="2366441"/>
                <a:ext cx="355599" cy="371583"/>
                <a:chOff x="2509521" y="2412257"/>
                <a:chExt cx="1325933" cy="1335464"/>
              </a:xfrm>
            </p:grpSpPr>
            <p:sp>
              <p:nvSpPr>
                <p:cNvPr id="114" name="TextBox 113">
                  <a:extLst>
                    <a:ext uri="{FF2B5EF4-FFF2-40B4-BE49-F238E27FC236}">
                      <a16:creationId xmlns:a16="http://schemas.microsoft.com/office/drawing/2014/main" id="{4191A08C-B19C-E54F-8E4A-58F76590ADCD}"/>
                    </a:ext>
                  </a:extLst>
                </p:cNvPr>
                <p:cNvSpPr txBox="1"/>
                <p:nvPr/>
              </p:nvSpPr>
              <p:spPr>
                <a:xfrm>
                  <a:off x="2509521" y="2416300"/>
                  <a:ext cx="1325933" cy="132737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en-US" dirty="0">
                      <a:solidFill>
                        <a:srgbClr val="C00000"/>
                      </a:solidFill>
                    </a:rPr>
                    <a:t>8</a:t>
                  </a:r>
                </a:p>
              </p:txBody>
            </p:sp>
            <p:sp>
              <p:nvSpPr>
                <p:cNvPr id="115" name="Octagon 114">
                  <a:extLst>
                    <a:ext uri="{FF2B5EF4-FFF2-40B4-BE49-F238E27FC236}">
                      <a16:creationId xmlns:a16="http://schemas.microsoft.com/office/drawing/2014/main" id="{E2BABB35-48D0-5246-B047-1277B8FE19E6}"/>
                    </a:ext>
                  </a:extLst>
                </p:cNvPr>
                <p:cNvSpPr/>
                <p:nvPr/>
              </p:nvSpPr>
              <p:spPr>
                <a:xfrm>
                  <a:off x="2509521" y="2412257"/>
                  <a:ext cx="1325932" cy="1335464"/>
                </a:xfrm>
                <a:prstGeom prst="octagon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110" name="Graphic 109">
              <a:extLst>
                <a:ext uri="{FF2B5EF4-FFF2-40B4-BE49-F238E27FC236}">
                  <a16:creationId xmlns:a16="http://schemas.microsoft.com/office/drawing/2014/main" id="{0A6C4228-2567-7049-8085-4A8D0F5BAF51}"/>
                </a:ext>
              </a:extLst>
            </p:cNvPr>
            <p:cNvPicPr>
              <a:picLocks noChangeAspect="1"/>
            </p:cNvPicPr>
            <p:nvPr/>
          </p:nvPicPr>
          <p:blipFill>
            <a:blip r:embed="rId19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0"/>
                </a:ext>
              </a:extLst>
            </a:blip>
            <a:stretch>
              <a:fillRect/>
            </a:stretch>
          </p:blipFill>
          <p:spPr>
            <a:xfrm>
              <a:off x="5065217" y="3794972"/>
              <a:ext cx="377343" cy="512109"/>
            </a:xfrm>
            <a:prstGeom prst="rect">
              <a:avLst/>
            </a:prstGeom>
          </p:spPr>
        </p:pic>
      </p:grpSp>
      <p:pic>
        <p:nvPicPr>
          <p:cNvPr id="116" name="Graphic 115">
            <a:extLst>
              <a:ext uri="{FF2B5EF4-FFF2-40B4-BE49-F238E27FC236}">
                <a16:creationId xmlns:a16="http://schemas.microsoft.com/office/drawing/2014/main" id="{926BA971-BABF-9A4E-BB54-A7D6EB0ADA29}"/>
              </a:ext>
            </a:extLst>
          </p:cNvPr>
          <p:cNvPicPr>
            <a:picLocks noChangeAspect="1"/>
          </p:cNvPicPr>
          <p:nvPr/>
        </p:nvPicPr>
        <p:blipFill>
          <a:blip r:embed="rId2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2"/>
              </a:ext>
            </a:extLst>
          </a:blip>
          <a:stretch>
            <a:fillRect/>
          </a:stretch>
        </p:blipFill>
        <p:spPr>
          <a:xfrm>
            <a:off x="6099341" y="5405490"/>
            <a:ext cx="638810" cy="638810"/>
          </a:xfrm>
          <a:prstGeom prst="rect">
            <a:avLst/>
          </a:prstGeom>
        </p:spPr>
      </p:pic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83184945-2643-0C48-BBFA-33B4DD5EBB8F}"/>
              </a:ext>
            </a:extLst>
          </p:cNvPr>
          <p:cNvCxnSpPr>
            <a:stCxn id="107" idx="2"/>
            <a:endCxn id="116" idx="0"/>
          </p:cNvCxnSpPr>
          <p:nvPr/>
        </p:nvCxnSpPr>
        <p:spPr>
          <a:xfrm flipH="1">
            <a:off x="6418746" y="4395759"/>
            <a:ext cx="2886" cy="1009731"/>
          </a:xfrm>
          <a:prstGeom prst="straightConnector1">
            <a:avLst/>
          </a:prstGeom>
          <a:ln w="25400" cmpd="sng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135021B8-EFBF-7348-8F92-33D00E7F71FF}"/>
              </a:ext>
            </a:extLst>
          </p:cNvPr>
          <p:cNvSpPr txBox="1"/>
          <p:nvPr/>
        </p:nvSpPr>
        <p:spPr>
          <a:xfrm>
            <a:off x="6761948" y="5405490"/>
            <a:ext cx="201849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Lambda validates 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Provisioning </a:t>
            </a:r>
            <a:r>
              <a:rPr lang="en-US" dirty="0" err="1">
                <a:solidFill>
                  <a:schemeClr val="tx1">
                    <a:lumMod val="50000"/>
                  </a:schemeClr>
                </a:solidFill>
              </a:rPr>
              <a:t>req</a:t>
            </a:r>
            <a:endParaRPr lang="en-US" dirty="0">
              <a:solidFill>
                <a:schemeClr val="tx1">
                  <a:lumMod val="50000"/>
                </a:schemeClr>
              </a:solidFill>
            </a:endParaRPr>
          </a:p>
        </p:txBody>
      </p:sp>
      <p:grpSp>
        <p:nvGrpSpPr>
          <p:cNvPr id="119" name="Group 118">
            <a:extLst>
              <a:ext uri="{FF2B5EF4-FFF2-40B4-BE49-F238E27FC236}">
                <a16:creationId xmlns:a16="http://schemas.microsoft.com/office/drawing/2014/main" id="{F1036FDE-2260-F041-B228-C55A411444BD}"/>
              </a:ext>
            </a:extLst>
          </p:cNvPr>
          <p:cNvGrpSpPr/>
          <p:nvPr/>
        </p:nvGrpSpPr>
        <p:grpSpPr>
          <a:xfrm>
            <a:off x="5964323" y="4779627"/>
            <a:ext cx="355599" cy="371583"/>
            <a:chOff x="2509521" y="2412257"/>
            <a:chExt cx="1325933" cy="1335464"/>
          </a:xfrm>
        </p:grpSpPr>
        <p:sp>
          <p:nvSpPr>
            <p:cNvPr id="120" name="TextBox 119">
              <a:extLst>
                <a:ext uri="{FF2B5EF4-FFF2-40B4-BE49-F238E27FC236}">
                  <a16:creationId xmlns:a16="http://schemas.microsoft.com/office/drawing/2014/main" id="{8DF2B3F8-ADC7-AD4F-BB95-0FFB9502FB31}"/>
                </a:ext>
              </a:extLst>
            </p:cNvPr>
            <p:cNvSpPr txBox="1"/>
            <p:nvPr/>
          </p:nvSpPr>
          <p:spPr>
            <a:xfrm>
              <a:off x="2509521" y="2416300"/>
              <a:ext cx="1325933" cy="132737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4</a:t>
              </a:r>
            </a:p>
          </p:txBody>
        </p:sp>
        <p:sp>
          <p:nvSpPr>
            <p:cNvPr id="121" name="Octagon 120">
              <a:extLst>
                <a:ext uri="{FF2B5EF4-FFF2-40B4-BE49-F238E27FC236}">
                  <a16:creationId xmlns:a16="http://schemas.microsoft.com/office/drawing/2014/main" id="{E1DD8BA7-B1F5-564D-B7F5-005F434F6D35}"/>
                </a:ext>
              </a:extLst>
            </p:cNvPr>
            <p:cNvSpPr/>
            <p:nvPr/>
          </p:nvSpPr>
          <p:spPr>
            <a:xfrm>
              <a:off x="2509521" y="2412257"/>
              <a:ext cx="1325932" cy="1335464"/>
            </a:xfrm>
            <a:prstGeom prst="oc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pic>
        <p:nvPicPr>
          <p:cNvPr id="122" name="Graphic 121">
            <a:extLst>
              <a:ext uri="{FF2B5EF4-FFF2-40B4-BE49-F238E27FC236}">
                <a16:creationId xmlns:a16="http://schemas.microsoft.com/office/drawing/2014/main" id="{31DC4B5B-CB70-D64C-8735-639540255821}"/>
              </a:ext>
            </a:extLst>
          </p:cNvPr>
          <p:cNvPicPr>
            <a:picLocks noChangeAspect="1"/>
          </p:cNvPicPr>
          <p:nvPr/>
        </p:nvPicPr>
        <p:blipFill>
          <a:blip r:embed="rId2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4"/>
              </a:ext>
            </a:extLst>
          </a:blip>
          <a:stretch>
            <a:fillRect/>
          </a:stretch>
        </p:blipFill>
        <p:spPr>
          <a:xfrm>
            <a:off x="7881977" y="4653369"/>
            <a:ext cx="624097" cy="624097"/>
          </a:xfrm>
          <a:prstGeom prst="rect">
            <a:avLst/>
          </a:prstGeom>
        </p:spPr>
      </p:pic>
      <p:pic>
        <p:nvPicPr>
          <p:cNvPr id="123" name="Graphic 122">
            <a:extLst>
              <a:ext uri="{FF2B5EF4-FFF2-40B4-BE49-F238E27FC236}">
                <a16:creationId xmlns:a16="http://schemas.microsoft.com/office/drawing/2014/main" id="{7EB854F3-40A4-A748-BD8A-D50743BD1EE1}"/>
              </a:ext>
            </a:extLst>
          </p:cNvPr>
          <p:cNvPicPr>
            <a:picLocks noChangeAspect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7962966" y="2786677"/>
            <a:ext cx="462122" cy="606535"/>
          </a:xfrm>
          <a:prstGeom prst="rect">
            <a:avLst/>
          </a:prstGeom>
        </p:spPr>
      </p:pic>
      <p:pic>
        <p:nvPicPr>
          <p:cNvPr id="124" name="Graphic 123">
            <a:extLst>
              <a:ext uri="{FF2B5EF4-FFF2-40B4-BE49-F238E27FC236}">
                <a16:creationId xmlns:a16="http://schemas.microsoft.com/office/drawing/2014/main" id="{DACC59B8-D742-7743-9D82-B80ECF3CC3FA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7981351" y="3826150"/>
            <a:ext cx="425351" cy="558273"/>
          </a:xfrm>
          <a:prstGeom prst="rect">
            <a:avLst/>
          </a:prstGeom>
        </p:spPr>
      </p:pic>
      <p:cxnSp>
        <p:nvCxnSpPr>
          <p:cNvPr id="125" name="Straight Arrow Connector 124">
            <a:extLst>
              <a:ext uri="{FF2B5EF4-FFF2-40B4-BE49-F238E27FC236}">
                <a16:creationId xmlns:a16="http://schemas.microsoft.com/office/drawing/2014/main" id="{AC0C1E23-CD28-054A-97BC-06D5385A41AB}"/>
              </a:ext>
            </a:extLst>
          </p:cNvPr>
          <p:cNvCxnSpPr>
            <a:cxnSpLocks/>
            <a:stCxn id="107" idx="3"/>
            <a:endCxn id="122" idx="1"/>
          </p:cNvCxnSpPr>
          <p:nvPr/>
        </p:nvCxnSpPr>
        <p:spPr>
          <a:xfrm>
            <a:off x="6743922" y="4073469"/>
            <a:ext cx="1138055" cy="891949"/>
          </a:xfrm>
          <a:prstGeom prst="straightConnector1">
            <a:avLst/>
          </a:prstGeom>
          <a:ln w="25400" cmpd="sng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6" name="Straight Arrow Connector 125">
            <a:extLst>
              <a:ext uri="{FF2B5EF4-FFF2-40B4-BE49-F238E27FC236}">
                <a16:creationId xmlns:a16="http://schemas.microsoft.com/office/drawing/2014/main" id="{D466C37D-BD04-E844-BE36-D073F5469269}"/>
              </a:ext>
            </a:extLst>
          </p:cNvPr>
          <p:cNvCxnSpPr>
            <a:cxnSpLocks/>
            <a:stCxn id="107" idx="3"/>
            <a:endCxn id="124" idx="1"/>
          </p:cNvCxnSpPr>
          <p:nvPr/>
        </p:nvCxnSpPr>
        <p:spPr>
          <a:xfrm>
            <a:off x="6743922" y="4073469"/>
            <a:ext cx="1237429" cy="31818"/>
          </a:xfrm>
          <a:prstGeom prst="straightConnector1">
            <a:avLst/>
          </a:prstGeom>
          <a:ln w="25400" cmpd="sng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7" name="Straight Arrow Connector 126">
            <a:extLst>
              <a:ext uri="{FF2B5EF4-FFF2-40B4-BE49-F238E27FC236}">
                <a16:creationId xmlns:a16="http://schemas.microsoft.com/office/drawing/2014/main" id="{23CADFBF-E967-CB4A-AB02-AFCB3F53B3E4}"/>
              </a:ext>
            </a:extLst>
          </p:cNvPr>
          <p:cNvCxnSpPr>
            <a:cxnSpLocks/>
            <a:endCxn id="123" idx="1"/>
          </p:cNvCxnSpPr>
          <p:nvPr/>
        </p:nvCxnSpPr>
        <p:spPr>
          <a:xfrm flipV="1">
            <a:off x="6779627" y="3089945"/>
            <a:ext cx="1183339" cy="931450"/>
          </a:xfrm>
          <a:prstGeom prst="straightConnector1">
            <a:avLst/>
          </a:prstGeom>
          <a:ln w="25400" cmpd="sng">
            <a:prstDash val="sysDash"/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8" name="TextBox 127">
            <a:extLst>
              <a:ext uri="{FF2B5EF4-FFF2-40B4-BE49-F238E27FC236}">
                <a16:creationId xmlns:a16="http://schemas.microsoft.com/office/drawing/2014/main" id="{4417471C-D055-6946-8281-347FDB75FB29}"/>
              </a:ext>
            </a:extLst>
          </p:cNvPr>
          <p:cNvSpPr txBox="1"/>
          <p:nvPr/>
        </p:nvSpPr>
        <p:spPr>
          <a:xfrm>
            <a:off x="6642367" y="2153818"/>
            <a:ext cx="118218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Bootstrap</a:t>
            </a:r>
          </a:p>
          <a:p>
            <a:r>
              <a:rPr lang="en-US" dirty="0">
                <a:solidFill>
                  <a:schemeClr val="tx1">
                    <a:lumMod val="50000"/>
                  </a:schemeClr>
                </a:solidFill>
              </a:rPr>
              <a:t>policy</a:t>
            </a:r>
          </a:p>
        </p:txBody>
      </p:sp>
      <p:grpSp>
        <p:nvGrpSpPr>
          <p:cNvPr id="129" name="Group 128">
            <a:extLst>
              <a:ext uri="{FF2B5EF4-FFF2-40B4-BE49-F238E27FC236}">
                <a16:creationId xmlns:a16="http://schemas.microsoft.com/office/drawing/2014/main" id="{03CFCBFB-DEC8-9347-9AC2-5A1EB74502F9}"/>
              </a:ext>
            </a:extLst>
          </p:cNvPr>
          <p:cNvGrpSpPr/>
          <p:nvPr/>
        </p:nvGrpSpPr>
        <p:grpSpPr>
          <a:xfrm>
            <a:off x="6914868" y="4583740"/>
            <a:ext cx="355599" cy="371583"/>
            <a:chOff x="2509521" y="2412257"/>
            <a:chExt cx="1325933" cy="1335464"/>
          </a:xfrm>
        </p:grpSpPr>
        <p:sp>
          <p:nvSpPr>
            <p:cNvPr id="130" name="TextBox 129">
              <a:extLst>
                <a:ext uri="{FF2B5EF4-FFF2-40B4-BE49-F238E27FC236}">
                  <a16:creationId xmlns:a16="http://schemas.microsoft.com/office/drawing/2014/main" id="{AB8138D7-80E5-1446-9BAE-0E1AE059D522}"/>
                </a:ext>
              </a:extLst>
            </p:cNvPr>
            <p:cNvSpPr txBox="1"/>
            <p:nvPr/>
          </p:nvSpPr>
          <p:spPr>
            <a:xfrm>
              <a:off x="2509521" y="2416300"/>
              <a:ext cx="1325933" cy="132737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5</a:t>
              </a:r>
            </a:p>
          </p:txBody>
        </p:sp>
        <p:sp>
          <p:nvSpPr>
            <p:cNvPr id="131" name="Octagon 130">
              <a:extLst>
                <a:ext uri="{FF2B5EF4-FFF2-40B4-BE49-F238E27FC236}">
                  <a16:creationId xmlns:a16="http://schemas.microsoft.com/office/drawing/2014/main" id="{8F8A0766-519B-5749-9AA6-F5B0C8860243}"/>
                </a:ext>
              </a:extLst>
            </p:cNvPr>
            <p:cNvSpPr/>
            <p:nvPr/>
          </p:nvSpPr>
          <p:spPr>
            <a:xfrm>
              <a:off x="2509521" y="2412257"/>
              <a:ext cx="1325932" cy="1335464"/>
            </a:xfrm>
            <a:prstGeom prst="oc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2" name="Group 131">
            <a:extLst>
              <a:ext uri="{FF2B5EF4-FFF2-40B4-BE49-F238E27FC236}">
                <a16:creationId xmlns:a16="http://schemas.microsoft.com/office/drawing/2014/main" id="{981F20DD-CB62-4A4A-BA9D-637E125E6F7F}"/>
              </a:ext>
            </a:extLst>
          </p:cNvPr>
          <p:cNvGrpSpPr/>
          <p:nvPr/>
        </p:nvGrpSpPr>
        <p:grpSpPr>
          <a:xfrm>
            <a:off x="7478515" y="3613110"/>
            <a:ext cx="355599" cy="371583"/>
            <a:chOff x="2509521" y="2412257"/>
            <a:chExt cx="1325933" cy="1335464"/>
          </a:xfrm>
        </p:grpSpPr>
        <p:sp>
          <p:nvSpPr>
            <p:cNvPr id="133" name="TextBox 132">
              <a:extLst>
                <a:ext uri="{FF2B5EF4-FFF2-40B4-BE49-F238E27FC236}">
                  <a16:creationId xmlns:a16="http://schemas.microsoft.com/office/drawing/2014/main" id="{C04ECBC0-4B3D-9848-8E65-3A55E474211D}"/>
                </a:ext>
              </a:extLst>
            </p:cNvPr>
            <p:cNvSpPr txBox="1"/>
            <p:nvPr/>
          </p:nvSpPr>
          <p:spPr>
            <a:xfrm>
              <a:off x="2509521" y="2416300"/>
              <a:ext cx="1325933" cy="132737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6</a:t>
              </a:r>
            </a:p>
          </p:txBody>
        </p:sp>
        <p:sp>
          <p:nvSpPr>
            <p:cNvPr id="134" name="Octagon 133">
              <a:extLst>
                <a:ext uri="{FF2B5EF4-FFF2-40B4-BE49-F238E27FC236}">
                  <a16:creationId xmlns:a16="http://schemas.microsoft.com/office/drawing/2014/main" id="{3A48934F-C008-AB4E-AE18-F528F0BC55CE}"/>
                </a:ext>
              </a:extLst>
            </p:cNvPr>
            <p:cNvSpPr/>
            <p:nvPr/>
          </p:nvSpPr>
          <p:spPr>
            <a:xfrm>
              <a:off x="2509521" y="2412257"/>
              <a:ext cx="1325932" cy="1335464"/>
            </a:xfrm>
            <a:prstGeom prst="oc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grpSp>
        <p:nvGrpSpPr>
          <p:cNvPr id="135" name="Group 134">
            <a:extLst>
              <a:ext uri="{FF2B5EF4-FFF2-40B4-BE49-F238E27FC236}">
                <a16:creationId xmlns:a16="http://schemas.microsoft.com/office/drawing/2014/main" id="{F7FAA39D-6668-8D45-B36F-6BA52011463A}"/>
              </a:ext>
            </a:extLst>
          </p:cNvPr>
          <p:cNvGrpSpPr/>
          <p:nvPr/>
        </p:nvGrpSpPr>
        <p:grpSpPr>
          <a:xfrm>
            <a:off x="7104621" y="3054429"/>
            <a:ext cx="355599" cy="371583"/>
            <a:chOff x="2509521" y="2412257"/>
            <a:chExt cx="1325933" cy="1335464"/>
          </a:xfrm>
        </p:grpSpPr>
        <p:sp>
          <p:nvSpPr>
            <p:cNvPr id="136" name="TextBox 135">
              <a:extLst>
                <a:ext uri="{FF2B5EF4-FFF2-40B4-BE49-F238E27FC236}">
                  <a16:creationId xmlns:a16="http://schemas.microsoft.com/office/drawing/2014/main" id="{38760101-ED36-DC46-8440-A6B4E44028D5}"/>
                </a:ext>
              </a:extLst>
            </p:cNvPr>
            <p:cNvSpPr txBox="1"/>
            <p:nvPr/>
          </p:nvSpPr>
          <p:spPr>
            <a:xfrm>
              <a:off x="2509521" y="2416300"/>
              <a:ext cx="1325933" cy="1327374"/>
            </a:xfrm>
            <a:prstGeom prst="rect">
              <a:avLst/>
            </a:prstGeom>
            <a:noFill/>
          </p:spPr>
          <p:txBody>
            <a:bodyPr wrap="square" rtlCol="0" anchor="ctr" anchorCtr="1">
              <a:spAutoFit/>
            </a:bodyPr>
            <a:lstStyle/>
            <a:p>
              <a:r>
                <a:rPr lang="en-US" dirty="0">
                  <a:solidFill>
                    <a:srgbClr val="C00000"/>
                  </a:solidFill>
                </a:rPr>
                <a:t>7</a:t>
              </a:r>
            </a:p>
          </p:txBody>
        </p:sp>
        <p:sp>
          <p:nvSpPr>
            <p:cNvPr id="137" name="Octagon 136">
              <a:extLst>
                <a:ext uri="{FF2B5EF4-FFF2-40B4-BE49-F238E27FC236}">
                  <a16:creationId xmlns:a16="http://schemas.microsoft.com/office/drawing/2014/main" id="{F2E561AB-D444-C647-AEB5-63620EE812F6}"/>
                </a:ext>
              </a:extLst>
            </p:cNvPr>
            <p:cNvSpPr/>
            <p:nvPr/>
          </p:nvSpPr>
          <p:spPr>
            <a:xfrm>
              <a:off x="2509521" y="2412257"/>
              <a:ext cx="1325932" cy="1335464"/>
            </a:xfrm>
            <a:prstGeom prst="octagon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cxnSp>
        <p:nvCxnSpPr>
          <p:cNvPr id="138" name="Straight Connector 137">
            <a:extLst>
              <a:ext uri="{FF2B5EF4-FFF2-40B4-BE49-F238E27FC236}">
                <a16:creationId xmlns:a16="http://schemas.microsoft.com/office/drawing/2014/main" id="{B303EEEC-E1B6-C44B-A721-BBEF78EABBCA}"/>
              </a:ext>
            </a:extLst>
          </p:cNvPr>
          <p:cNvCxnSpPr/>
          <p:nvPr/>
        </p:nvCxnSpPr>
        <p:spPr>
          <a:xfrm>
            <a:off x="271105" y="5277466"/>
            <a:ext cx="1628816" cy="0"/>
          </a:xfrm>
          <a:prstGeom prst="line">
            <a:avLst/>
          </a:prstGeom>
          <a:ln w="25400"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" name="Group 5">
            <a:extLst>
              <a:ext uri="{FF2B5EF4-FFF2-40B4-BE49-F238E27FC236}">
                <a16:creationId xmlns:a16="http://schemas.microsoft.com/office/drawing/2014/main" id="{FE095249-C33B-A845-B219-AE3495750D95}"/>
              </a:ext>
            </a:extLst>
          </p:cNvPr>
          <p:cNvGrpSpPr/>
          <p:nvPr/>
        </p:nvGrpSpPr>
        <p:grpSpPr>
          <a:xfrm>
            <a:off x="1920734" y="5177227"/>
            <a:ext cx="3952238" cy="586386"/>
            <a:chOff x="1920734" y="5177227"/>
            <a:chExt cx="3952238" cy="586386"/>
          </a:xfrm>
        </p:grpSpPr>
        <p:grpSp>
          <p:nvGrpSpPr>
            <p:cNvPr id="144" name="Group 143">
              <a:extLst>
                <a:ext uri="{FF2B5EF4-FFF2-40B4-BE49-F238E27FC236}">
                  <a16:creationId xmlns:a16="http://schemas.microsoft.com/office/drawing/2014/main" id="{AB5BD619-DC82-6543-B4A6-92585733AD86}"/>
                </a:ext>
              </a:extLst>
            </p:cNvPr>
            <p:cNvGrpSpPr/>
            <p:nvPr/>
          </p:nvGrpSpPr>
          <p:grpSpPr>
            <a:xfrm>
              <a:off x="1920734" y="5308276"/>
              <a:ext cx="3952238" cy="455337"/>
              <a:chOff x="1899921" y="3160932"/>
              <a:chExt cx="3952238" cy="455337"/>
            </a:xfrm>
          </p:grpSpPr>
          <p:sp>
            <p:nvSpPr>
              <p:cNvPr id="145" name="TextBox 144">
                <a:extLst>
                  <a:ext uri="{FF2B5EF4-FFF2-40B4-BE49-F238E27FC236}">
                    <a16:creationId xmlns:a16="http://schemas.microsoft.com/office/drawing/2014/main" id="{5EECC46B-E370-4D48-8307-997C19EF6D49}"/>
                  </a:ext>
                </a:extLst>
              </p:cNvPr>
              <p:cNvSpPr txBox="1"/>
              <p:nvPr/>
            </p:nvSpPr>
            <p:spPr>
              <a:xfrm>
                <a:off x="2642135" y="3163183"/>
                <a:ext cx="3071611" cy="369332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dirty="0">
                    <a:solidFill>
                      <a:schemeClr val="tx1">
                        <a:lumMod val="50000"/>
                      </a:schemeClr>
                    </a:solidFill>
                  </a:rPr>
                  <a:t>Delete.        and </a:t>
                </a:r>
              </a:p>
            </p:txBody>
          </p:sp>
          <p:cxnSp>
            <p:nvCxnSpPr>
              <p:cNvPr id="146" name="Straight Arrow Connector 145">
                <a:extLst>
                  <a:ext uri="{FF2B5EF4-FFF2-40B4-BE49-F238E27FC236}">
                    <a16:creationId xmlns:a16="http://schemas.microsoft.com/office/drawing/2014/main" id="{2E6CDB10-5482-6B4A-BBA9-096F831EDEC3}"/>
                  </a:ext>
                </a:extLst>
              </p:cNvPr>
              <p:cNvCxnSpPr/>
              <p:nvPr/>
            </p:nvCxnSpPr>
            <p:spPr>
              <a:xfrm>
                <a:off x="1899921" y="3616269"/>
                <a:ext cx="3952238" cy="0"/>
              </a:xfrm>
              <a:prstGeom prst="straightConnector1">
                <a:avLst/>
              </a:prstGeom>
              <a:ln w="25400"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grpSp>
            <p:nvGrpSpPr>
              <p:cNvPr id="147" name="Group 146">
                <a:extLst>
                  <a:ext uri="{FF2B5EF4-FFF2-40B4-BE49-F238E27FC236}">
                    <a16:creationId xmlns:a16="http://schemas.microsoft.com/office/drawing/2014/main" id="{2CCB27BE-429F-0949-AA05-820534633116}"/>
                  </a:ext>
                </a:extLst>
              </p:cNvPr>
              <p:cNvGrpSpPr/>
              <p:nvPr/>
            </p:nvGrpSpPr>
            <p:grpSpPr>
              <a:xfrm>
                <a:off x="2171488" y="3160932"/>
                <a:ext cx="355599" cy="371583"/>
                <a:chOff x="2509521" y="2412257"/>
                <a:chExt cx="1325933" cy="1335464"/>
              </a:xfrm>
            </p:grpSpPr>
            <p:sp>
              <p:nvSpPr>
                <p:cNvPr id="149" name="TextBox 148">
                  <a:extLst>
                    <a:ext uri="{FF2B5EF4-FFF2-40B4-BE49-F238E27FC236}">
                      <a16:creationId xmlns:a16="http://schemas.microsoft.com/office/drawing/2014/main" id="{7A3D9DF2-450E-554C-8D31-3FFF7063091E}"/>
                    </a:ext>
                  </a:extLst>
                </p:cNvPr>
                <p:cNvSpPr txBox="1"/>
                <p:nvPr/>
              </p:nvSpPr>
              <p:spPr>
                <a:xfrm>
                  <a:off x="2509521" y="2416300"/>
                  <a:ext cx="1325933" cy="1327374"/>
                </a:xfrm>
                <a:prstGeom prst="rect">
                  <a:avLst/>
                </a:prstGeom>
                <a:noFill/>
              </p:spPr>
              <p:txBody>
                <a:bodyPr wrap="square" rtlCol="0" anchor="ctr" anchorCtr="1">
                  <a:spAutoFit/>
                </a:bodyPr>
                <a:lstStyle/>
                <a:p>
                  <a:r>
                    <a:rPr lang="en-US" dirty="0">
                      <a:solidFill>
                        <a:srgbClr val="C00000"/>
                      </a:solidFill>
                    </a:rPr>
                    <a:t>9</a:t>
                  </a:r>
                </a:p>
              </p:txBody>
            </p:sp>
            <p:sp>
              <p:nvSpPr>
                <p:cNvPr id="150" name="Octagon 149">
                  <a:extLst>
                    <a:ext uri="{FF2B5EF4-FFF2-40B4-BE49-F238E27FC236}">
                      <a16:creationId xmlns:a16="http://schemas.microsoft.com/office/drawing/2014/main" id="{41967127-0BA5-EE4C-BD10-2D6B6E07936A}"/>
                    </a:ext>
                  </a:extLst>
                </p:cNvPr>
                <p:cNvSpPr/>
                <p:nvPr/>
              </p:nvSpPr>
              <p:spPr>
                <a:xfrm>
                  <a:off x="2509521" y="2412257"/>
                  <a:ext cx="1325932" cy="1335464"/>
                </a:xfrm>
                <a:prstGeom prst="octagon">
                  <a:avLst/>
                </a:prstGeom>
                <a:noFill/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</p:grpSp>
        <p:pic>
          <p:nvPicPr>
            <p:cNvPr id="151" name="Graphic 150">
              <a:extLst>
                <a:ext uri="{FF2B5EF4-FFF2-40B4-BE49-F238E27FC236}">
                  <a16:creationId xmlns:a16="http://schemas.microsoft.com/office/drawing/2014/main" id="{8DE8A1F7-86B2-C14C-9EFD-4E2155E0D467}"/>
                </a:ext>
              </a:extLst>
            </p:cNvPr>
            <p:cNvPicPr>
              <a:picLocks noChangeAspect="1"/>
            </p:cNvPicPr>
            <p:nvPr/>
          </p:nvPicPr>
          <p:blipFill>
            <a:blip r:embed="rId1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p:blipFill>
          <p:spPr>
            <a:xfrm>
              <a:off x="3417605" y="5179955"/>
              <a:ext cx="425351" cy="558273"/>
            </a:xfrm>
            <a:prstGeom prst="rect">
              <a:avLst/>
            </a:prstGeom>
          </p:spPr>
        </p:pic>
        <p:pic>
          <p:nvPicPr>
            <p:cNvPr id="152" name="Graphic 151">
              <a:extLst>
                <a:ext uri="{FF2B5EF4-FFF2-40B4-BE49-F238E27FC236}">
                  <a16:creationId xmlns:a16="http://schemas.microsoft.com/office/drawing/2014/main" id="{F0537B1C-0AA0-534E-847A-B169BC45784F}"/>
                </a:ext>
              </a:extLst>
            </p:cNvPr>
            <p:cNvPicPr>
              <a:picLocks noChangeAspect="1"/>
            </p:cNvPicPr>
            <p:nvPr/>
          </p:nvPicPr>
          <p:blipFill>
            <a:blip r:embed="rId23">
              <a:extLst>
                <a:ext uri="{28A0092B-C50C-407E-A947-70E740481C1C}">
                  <a14:useLocalDpi xmlns:a14="http://schemas.microsoft.com/office/drawing/2010/main" val="0"/>
                </a:ext>
                <a:ext uri="{96DAC541-7B7A-43D3-8B79-37D633B846F1}">
                  <asvg:svgBlip xmlns:asvg="http://schemas.microsoft.com/office/drawing/2016/SVG/main" r:embed="rId24"/>
                </a:ext>
              </a:extLst>
            </a:blip>
            <a:stretch>
              <a:fillRect/>
            </a:stretch>
          </p:blipFill>
          <p:spPr>
            <a:xfrm>
              <a:off x="4368840" y="5177227"/>
              <a:ext cx="540311" cy="540311"/>
            </a:xfrm>
            <a:prstGeom prst="rect">
              <a:avLst/>
            </a:prstGeom>
          </p:spPr>
        </p:pic>
      </p:grpSp>
      <p:cxnSp>
        <p:nvCxnSpPr>
          <p:cNvPr id="154" name="Straight Connector 153">
            <a:extLst>
              <a:ext uri="{FF2B5EF4-FFF2-40B4-BE49-F238E27FC236}">
                <a16:creationId xmlns:a16="http://schemas.microsoft.com/office/drawing/2014/main" id="{1C52AA1E-2FA8-E843-AED8-2491A35D9559}"/>
              </a:ext>
            </a:extLst>
          </p:cNvPr>
          <p:cNvCxnSpPr/>
          <p:nvPr/>
        </p:nvCxnSpPr>
        <p:spPr>
          <a:xfrm>
            <a:off x="1269761" y="5459091"/>
            <a:ext cx="491657" cy="544941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Connector 154">
            <a:extLst>
              <a:ext uri="{FF2B5EF4-FFF2-40B4-BE49-F238E27FC236}">
                <a16:creationId xmlns:a16="http://schemas.microsoft.com/office/drawing/2014/main" id="{A608B014-B067-E846-A022-44182E33F7F0}"/>
              </a:ext>
            </a:extLst>
          </p:cNvPr>
          <p:cNvCxnSpPr>
            <a:cxnSpLocks/>
          </p:cNvCxnSpPr>
          <p:nvPr/>
        </p:nvCxnSpPr>
        <p:spPr>
          <a:xfrm flipH="1">
            <a:off x="1223425" y="5474835"/>
            <a:ext cx="464075" cy="529197"/>
          </a:xfrm>
          <a:prstGeom prst="line">
            <a:avLst/>
          </a:prstGeom>
          <a:ln w="254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Box 157">
            <a:extLst>
              <a:ext uri="{FF2B5EF4-FFF2-40B4-BE49-F238E27FC236}">
                <a16:creationId xmlns:a16="http://schemas.microsoft.com/office/drawing/2014/main" id="{71182C10-3C94-1A4A-9B04-4F195EF1B0B4}"/>
              </a:ext>
            </a:extLst>
          </p:cNvPr>
          <p:cNvSpPr txBox="1"/>
          <p:nvPr/>
        </p:nvSpPr>
        <p:spPr>
          <a:xfrm>
            <a:off x="228564" y="3589779"/>
            <a:ext cx="1681709" cy="763745"/>
          </a:xfrm>
          <a:prstGeom prst="rect">
            <a:avLst/>
          </a:prstGeom>
          <a:noFill/>
        </p:spPr>
        <p:txBody>
          <a:bodyPr wrap="none" rtlCol="0">
            <a:normAutofit/>
          </a:bodyPr>
          <a:lstStyle/>
          <a:p>
            <a:pPr marL="342900" indent="-342900">
              <a:buAutoNum type="arabicPeriod"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New provision</a:t>
            </a:r>
          </a:p>
          <a:p>
            <a:pPr marL="342900" indent="-342900">
              <a:buAutoNum type="arabicPeriod"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Re-provision</a:t>
            </a:r>
          </a:p>
          <a:p>
            <a:pPr marL="342900" indent="-342900">
              <a:buAutoNum type="arabicPeriod"/>
            </a:pPr>
            <a:r>
              <a:rPr lang="en-US" sz="1200" dirty="0">
                <a:solidFill>
                  <a:schemeClr val="tx1">
                    <a:lumMod val="50000"/>
                  </a:schemeClr>
                </a:solidFill>
              </a:rPr>
              <a:t>Rejected provision</a:t>
            </a:r>
          </a:p>
        </p:txBody>
      </p:sp>
      <p:pic>
        <p:nvPicPr>
          <p:cNvPr id="160" name="Graphic 159">
            <a:extLst>
              <a:ext uri="{FF2B5EF4-FFF2-40B4-BE49-F238E27FC236}">
                <a16:creationId xmlns:a16="http://schemas.microsoft.com/office/drawing/2014/main" id="{9486720E-AB1B-CA49-85B0-F94BB3D644D1}"/>
              </a:ext>
            </a:extLst>
          </p:cNvPr>
          <p:cNvPicPr>
            <a:picLocks noChangeAspect="1"/>
          </p:cNvPicPr>
          <p:nvPr/>
        </p:nvPicPr>
        <p:blipFill>
          <a:blip r:embed="rId2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6"/>
              </a:ext>
            </a:extLst>
          </a:blip>
          <a:stretch>
            <a:fillRect/>
          </a:stretch>
        </p:blipFill>
        <p:spPr>
          <a:xfrm>
            <a:off x="1831277" y="1259188"/>
            <a:ext cx="398899" cy="398899"/>
          </a:xfrm>
          <a:prstGeom prst="rect">
            <a:avLst/>
          </a:prstGeom>
        </p:spPr>
      </p:pic>
      <p:pic>
        <p:nvPicPr>
          <p:cNvPr id="164" name="Graphic 163">
            <a:extLst>
              <a:ext uri="{FF2B5EF4-FFF2-40B4-BE49-F238E27FC236}">
                <a16:creationId xmlns:a16="http://schemas.microsoft.com/office/drawing/2014/main" id="{D77EC451-231A-BF47-AC19-AAA8ED24A6D4}"/>
              </a:ext>
            </a:extLst>
          </p:cNvPr>
          <p:cNvPicPr>
            <a:picLocks noChangeAspect="1"/>
          </p:cNvPicPr>
          <p:nvPr/>
        </p:nvPicPr>
        <p:blipFill>
          <a:blip r:embed="rId2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8"/>
              </a:ext>
            </a:extLst>
          </a:blip>
          <a:stretch>
            <a:fillRect/>
          </a:stretch>
        </p:blipFill>
        <p:spPr>
          <a:xfrm>
            <a:off x="2527087" y="1015717"/>
            <a:ext cx="800100" cy="8001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15273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8000">
        <p:cut/>
      </p:transition>
    </mc:Choice>
    <mc:Fallback xmlns="">
      <p:transition advClick="0" advTm="8000">
        <p:cut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bg>
      <p:bgPr>
        <a:gradFill>
          <a:gsLst>
            <a:gs pos="0">
              <a:schemeClr val="accent1">
                <a:lumMod val="5000"/>
                <a:lumOff val="95000"/>
              </a:schemeClr>
            </a:gs>
            <a:gs pos="74000">
              <a:schemeClr val="accent1">
                <a:lumMod val="45000"/>
                <a:lumOff val="55000"/>
              </a:schemeClr>
            </a:gs>
            <a:gs pos="83000">
              <a:schemeClr val="accent1">
                <a:lumMod val="45000"/>
                <a:lumOff val="55000"/>
              </a:schemeClr>
            </a:gs>
            <a:gs pos="100000">
              <a:schemeClr val="accent1">
                <a:lumMod val="30000"/>
                <a:lumOff val="70000"/>
              </a:schemeClr>
            </a:gs>
          </a:gsLst>
          <a:lin ang="5400000" scaled="1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0" y="260718"/>
            <a:ext cx="9143999" cy="678116"/>
          </a:xfrm>
        </p:spPr>
        <p:txBody>
          <a:bodyPr>
            <a:normAutofit/>
          </a:bodyPr>
          <a:lstStyle/>
          <a:p>
            <a:r>
              <a:rPr lang="en-US" sz="3600" b="1" dirty="0">
                <a:solidFill>
                  <a:schemeClr val="bg2">
                    <a:lumMod val="50000"/>
                    <a:lumOff val="50000"/>
                  </a:schemeClr>
                </a:solidFill>
              </a:rPr>
              <a:t>Now it’s time to celebrate!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F77CA9EB-213E-AD48-96ED-EEE1437582B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278" b="100000" l="0" r="100000">
                        <a14:foregroundMark x1="30278" y1="36667" x2="30278" y2="36667"/>
                        <a14:foregroundMark x1="27222" y1="10556" x2="27222" y2="10556"/>
                        <a14:foregroundMark x1="29444" y1="90278" x2="29444" y2="90278"/>
                        <a14:foregroundMark x1="31667" y1="87500" x2="31667" y2="87500"/>
                        <a14:foregroundMark x1="31944" y1="86944" x2="31944" y2="86944"/>
                        <a14:foregroundMark x1="29444" y1="27778" x2="29444" y2="27778"/>
                        <a14:foregroundMark x1="31667" y1="93056" x2="31667" y2="93056"/>
                        <a14:foregroundMark x1="72778" y1="87222" x2="72778" y2="87222"/>
                        <a14:foregroundMark x1="71667" y1="89722" x2="71667" y2="89722"/>
                        <a14:foregroundMark x1="76111" y1="93056" x2="76111" y2="93056"/>
                        <a14:foregroundMark x1="79444" y1="85556" x2="79444" y2="85556"/>
                        <a14:foregroundMark x1="70556" y1="9722" x2="70556" y2="9722"/>
                        <a14:foregroundMark x1="71111" y1="8611" x2="71111" y2="8611"/>
                        <a14:foregroundMark x1="65000" y1="9444" x2="65000" y2="9444"/>
                      </a14:backgroundRemoval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210310"/>
            <a:ext cx="4561840" cy="456184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79F62E25-CCA3-0849-833A-468150A232A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880" y="1498600"/>
            <a:ext cx="3845560" cy="38455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1080608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100" advClick="0" advTm="8000">
        <p:cut/>
      </p:transition>
    </mc:Choice>
    <mc:Fallback xmlns="">
      <p:transition advClick="0" advTm="8000">
        <p:cut/>
      </p:transition>
    </mc:Fallback>
  </mc:AlternateContent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Slate">
  <a:themeElements>
    <a:clrScheme name="Slate">
      <a:dk1>
        <a:sysClr val="windowText" lastClr="000000"/>
      </a:dk1>
      <a:lt1>
        <a:sysClr val="window" lastClr="FFFFFF"/>
      </a:lt1>
      <a:dk2>
        <a:srgbClr val="212123"/>
      </a:dk2>
      <a:lt2>
        <a:srgbClr val="DADADA"/>
      </a:lt2>
      <a:accent1>
        <a:srgbClr val="BC451B"/>
      </a:accent1>
      <a:accent2>
        <a:srgbClr val="D3BA68"/>
      </a:accent2>
      <a:accent3>
        <a:srgbClr val="BB8640"/>
      </a:accent3>
      <a:accent4>
        <a:srgbClr val="AD9277"/>
      </a:accent4>
      <a:accent5>
        <a:srgbClr val="A55A43"/>
      </a:accent5>
      <a:accent6>
        <a:srgbClr val="AD9D7B"/>
      </a:accent6>
      <a:hlink>
        <a:srgbClr val="E98052"/>
      </a:hlink>
      <a:folHlink>
        <a:srgbClr val="F4B69B"/>
      </a:folHlink>
    </a:clrScheme>
    <a:fontScheme name="Slate">
      <a:maj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alisto MT" panose="02040603050505030304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Slate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10000"/>
              </a:schemeClr>
            </a:gs>
            <a:gs pos="100000">
              <a:schemeClr val="phClr">
                <a:tint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0000"/>
                <a:lumMod val="90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63500" dist="25400" dir="5400000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76200" dist="38100" dir="5400000" rotWithShape="0">
              <a:srgbClr val="000000">
                <a:alpha val="7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 prst="hardEdge"/>
          </a:sp3d>
        </a:effectStyle>
      </a:effectStyleLst>
      <a:bgFillStyleLst>
        <a:solidFill>
          <a:schemeClr val="phClr"/>
        </a:solidFill>
        <a:solidFill>
          <a:schemeClr val="phClr"/>
        </a:solidFill>
        <a:blipFill rotWithShape="1">
          <a:blip xmlns:r="http://schemas.openxmlformats.org/officeDocument/2006/relationships" r:embed="rId1">
            <a:duotone>
              <a:schemeClr val="phClr">
                <a:shade val="80000"/>
                <a:lumMod val="80000"/>
              </a:schemeClr>
              <a:schemeClr val="phClr">
                <a:tint val="98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ate" id="{C3F70B94-7CE9-428E-ADC1-3269CC2C3385}" vid="{3F2DE9A5-64E6-437C-A389-CC4477E817E8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Slate</Template>
  <TotalTime>18437</TotalTime>
  <Words>183</Words>
  <Application>Microsoft Macintosh PowerPoint</Application>
  <PresentationFormat>On-screen Show (4:3)</PresentationFormat>
  <Paragraphs>63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Calibri</vt:lpstr>
      <vt:lpstr>Calisto MT</vt:lpstr>
      <vt:lpstr>Trebuchet MS</vt:lpstr>
      <vt:lpstr>Wingdings 2</vt:lpstr>
      <vt:lpstr>Slate</vt:lpstr>
      <vt:lpstr>AWS Fleet Provisioning</vt:lpstr>
      <vt:lpstr>IoT devices connection to AWS</vt:lpstr>
      <vt:lpstr>Conventional device provisioning process</vt:lpstr>
      <vt:lpstr>Fleet Provisioning process 1</vt:lpstr>
      <vt:lpstr>Fleet Provisioning process 2</vt:lpstr>
      <vt:lpstr>First work then beer (tavern)</vt:lpstr>
      <vt:lpstr>Fleet Provisioning testing with tavern</vt:lpstr>
      <vt:lpstr>Now it’s time to celebrate!</vt:lpstr>
    </vt:vector>
  </TitlesOfParts>
  <Company/>
  <LinksUpToDate>false</LinksUpToDate>
  <SharedDoc>false</SharedDoc>
  <HyperlinksChanged>false</HyperlinksChanged>
  <AppVersion>16.0016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Alexander Berger</dc:title>
  <dc:creator>Alex Berger</dc:creator>
  <cp:lastModifiedBy>Alex Berger</cp:lastModifiedBy>
  <cp:revision>215</cp:revision>
  <dcterms:created xsi:type="dcterms:W3CDTF">2015-11-13T14:39:08Z</dcterms:created>
  <dcterms:modified xsi:type="dcterms:W3CDTF">2021-04-05T08:42:53Z</dcterms:modified>
</cp:coreProperties>
</file>